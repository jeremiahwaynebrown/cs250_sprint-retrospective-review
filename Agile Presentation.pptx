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0" r:id="rId4"/>
    <p:sldId id="261" r:id="rId5"/>
    <p:sldId id="263" r:id="rId6"/>
    <p:sldId id="264" r:id="rId7"/>
    <p:sldId id="266" r:id="rId8"/>
    <p:sldId id="265"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FA61D-C530-A2ED-A9B5-4F7A2555CA8B}" v="1111" dt="2024-10-21T00:53:42.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own, Jeremiah" userId="S::jeremiah.brown5@snhu.edu::3aa20c9a-6fbb-4593-9b1e-586934410a09" providerId="AD" clId="Web-{32FFA61D-C530-A2ED-A9B5-4F7A2555CA8B}"/>
    <pc:docChg chg="addSld delSld modSld sldOrd addMainMaster delMainMaster modMainMaster">
      <pc:chgData name="Brown, Jeremiah" userId="S::jeremiah.brown5@snhu.edu::3aa20c9a-6fbb-4593-9b1e-586934410a09" providerId="AD" clId="Web-{32FFA61D-C530-A2ED-A9B5-4F7A2555CA8B}" dt="2024-10-21T00:53:42.726" v="1100" actId="14100"/>
      <pc:docMkLst>
        <pc:docMk/>
      </pc:docMkLst>
      <pc:sldChg chg="addSp delSp modSp mod setBg modClrScheme setClrOvrMap delDesignElem chgLayout">
        <pc:chgData name="Brown, Jeremiah" userId="S::jeremiah.brown5@snhu.edu::3aa20c9a-6fbb-4593-9b1e-586934410a09" providerId="AD" clId="Web-{32FFA61D-C530-A2ED-A9B5-4F7A2555CA8B}" dt="2024-10-20T23:49:05.307" v="96"/>
        <pc:sldMkLst>
          <pc:docMk/>
          <pc:sldMk cId="109857222" sldId="256"/>
        </pc:sldMkLst>
        <pc:spChg chg="mod ord">
          <ac:chgData name="Brown, Jeremiah" userId="S::jeremiah.brown5@snhu.edu::3aa20c9a-6fbb-4593-9b1e-586934410a09" providerId="AD" clId="Web-{32FFA61D-C530-A2ED-A9B5-4F7A2555CA8B}" dt="2024-10-20T23:48:30.493" v="93"/>
          <ac:spMkLst>
            <pc:docMk/>
            <pc:sldMk cId="109857222" sldId="256"/>
            <ac:spMk id="2" creationId="{00000000-0000-0000-0000-000000000000}"/>
          </ac:spMkLst>
        </pc:spChg>
        <pc:spChg chg="mod ord">
          <ac:chgData name="Brown, Jeremiah" userId="S::jeremiah.brown5@snhu.edu::3aa20c9a-6fbb-4593-9b1e-586934410a09" providerId="AD" clId="Web-{32FFA61D-C530-A2ED-A9B5-4F7A2555CA8B}" dt="2024-10-20T23:47:59.789" v="89" actId="1076"/>
          <ac:spMkLst>
            <pc:docMk/>
            <pc:sldMk cId="109857222" sldId="256"/>
            <ac:spMk id="3" creationId="{00000000-0000-0000-0000-000000000000}"/>
          </ac:spMkLst>
        </pc:spChg>
        <pc:spChg chg="add del">
          <ac:chgData name="Brown, Jeremiah" userId="S::jeremiah.brown5@snhu.edu::3aa20c9a-6fbb-4593-9b1e-586934410a09" providerId="AD" clId="Web-{32FFA61D-C530-A2ED-A9B5-4F7A2555CA8B}" dt="2024-10-20T23:43:29.777" v="37"/>
          <ac:spMkLst>
            <pc:docMk/>
            <pc:sldMk cId="109857222" sldId="256"/>
            <ac:spMk id="5" creationId="{A51D536C-693D-4911-B3E3-277E6CA006B6}"/>
          </ac:spMkLst>
        </pc:spChg>
        <pc:spChg chg="add del">
          <ac:chgData name="Brown, Jeremiah" userId="S::jeremiah.brown5@snhu.edu::3aa20c9a-6fbb-4593-9b1e-586934410a09" providerId="AD" clId="Web-{32FFA61D-C530-A2ED-A9B5-4F7A2555CA8B}" dt="2024-10-20T23:43:29.777" v="37"/>
          <ac:spMkLst>
            <pc:docMk/>
            <pc:sldMk cId="109857222" sldId="256"/>
            <ac:spMk id="6" creationId="{CDACC7FC-0DA0-46D9-BEDF-149E4AB3243B}"/>
          </ac:spMkLst>
        </pc:spChg>
        <pc:spChg chg="add del">
          <ac:chgData name="Brown, Jeremiah" userId="S::jeremiah.brown5@snhu.edu::3aa20c9a-6fbb-4593-9b1e-586934410a09" providerId="AD" clId="Web-{32FFA61D-C530-A2ED-A9B5-4F7A2555CA8B}" dt="2024-10-20T23:41:04.224" v="1"/>
          <ac:spMkLst>
            <pc:docMk/>
            <pc:sldMk cId="109857222" sldId="256"/>
            <ac:spMk id="8" creationId="{6DA65B90-7B06-4499-91BA-CDDD36132481}"/>
          </ac:spMkLst>
        </pc:spChg>
        <pc:spChg chg="add del">
          <ac:chgData name="Brown, Jeremiah" userId="S::jeremiah.brown5@snhu.edu::3aa20c9a-6fbb-4593-9b1e-586934410a09" providerId="AD" clId="Web-{32FFA61D-C530-A2ED-A9B5-4F7A2555CA8B}" dt="2024-10-20T23:41:07.990" v="3"/>
          <ac:spMkLst>
            <pc:docMk/>
            <pc:sldMk cId="109857222" sldId="256"/>
            <ac:spMk id="9" creationId="{BD32A07D-C646-4CC0-BA93-76707E707231}"/>
          </ac:spMkLst>
        </pc:spChg>
        <pc:spChg chg="add del">
          <ac:chgData name="Brown, Jeremiah" userId="S::jeremiah.brown5@snhu.edu::3aa20c9a-6fbb-4593-9b1e-586934410a09" providerId="AD" clId="Web-{32FFA61D-C530-A2ED-A9B5-4F7A2555CA8B}" dt="2024-10-20T23:41:04.224" v="1"/>
          <ac:spMkLst>
            <pc:docMk/>
            <pc:sldMk cId="109857222" sldId="256"/>
            <ac:spMk id="10" creationId="{5A225E5B-4D39-4B35-8E24-790C81645092}"/>
          </ac:spMkLst>
        </pc:spChg>
        <pc:spChg chg="add del">
          <ac:chgData name="Brown, Jeremiah" userId="S::jeremiah.brown5@snhu.edu::3aa20c9a-6fbb-4593-9b1e-586934410a09" providerId="AD" clId="Web-{32FFA61D-C530-A2ED-A9B5-4F7A2555CA8B}" dt="2024-10-20T23:41:26.850" v="5"/>
          <ac:spMkLst>
            <pc:docMk/>
            <pc:sldMk cId="109857222" sldId="256"/>
            <ac:spMk id="11" creationId="{3A397E3E-B90C-4D82-BAAA-36F7AC6A4565}"/>
          </ac:spMkLst>
        </pc:spChg>
        <pc:spChg chg="add del">
          <ac:chgData name="Brown, Jeremiah" userId="S::jeremiah.brown5@snhu.edu::3aa20c9a-6fbb-4593-9b1e-586934410a09" providerId="AD" clId="Web-{32FFA61D-C530-A2ED-A9B5-4F7A2555CA8B}" dt="2024-10-20T23:41:04.224" v="1"/>
          <ac:spMkLst>
            <pc:docMk/>
            <pc:sldMk cId="109857222" sldId="256"/>
            <ac:spMk id="12" creationId="{3E91BD27-0A21-43ED-80E7-0A40F57C8087}"/>
          </ac:spMkLst>
        </pc:spChg>
        <pc:spChg chg="add del">
          <ac:chgData name="Brown, Jeremiah" userId="S::jeremiah.brown5@snhu.edu::3aa20c9a-6fbb-4593-9b1e-586934410a09" providerId="AD" clId="Web-{32FFA61D-C530-A2ED-A9B5-4F7A2555CA8B}" dt="2024-10-20T23:41:26.850" v="5"/>
          <ac:spMkLst>
            <pc:docMk/>
            <pc:sldMk cId="109857222" sldId="256"/>
            <ac:spMk id="13" creationId="{8CF5E676-CA04-4CED-9F1E-5026ED66E66D}"/>
          </ac:spMkLst>
        </pc:spChg>
        <pc:spChg chg="add del">
          <ac:chgData name="Brown, Jeremiah" userId="S::jeremiah.brown5@snhu.edu::3aa20c9a-6fbb-4593-9b1e-586934410a09" providerId="AD" clId="Web-{32FFA61D-C530-A2ED-A9B5-4F7A2555CA8B}" dt="2024-10-20T23:41:26.850" v="5"/>
          <ac:spMkLst>
            <pc:docMk/>
            <pc:sldMk cId="109857222" sldId="256"/>
            <ac:spMk id="14" creationId="{583E04E1-D74F-4ED6-972C-035F4FEC4B88}"/>
          </ac:spMkLst>
        </pc:spChg>
        <pc:spChg chg="add del">
          <ac:chgData name="Brown, Jeremiah" userId="S::jeremiah.brown5@snhu.edu::3aa20c9a-6fbb-4593-9b1e-586934410a09" providerId="AD" clId="Web-{32FFA61D-C530-A2ED-A9B5-4F7A2555CA8B}" dt="2024-10-20T23:41:26.850" v="5"/>
          <ac:spMkLst>
            <pc:docMk/>
            <pc:sldMk cId="109857222" sldId="256"/>
            <ac:spMk id="15" creationId="{AFD1189F-9598-4281-8056-2845388D4D05}"/>
          </ac:spMkLst>
        </pc:spChg>
        <pc:spChg chg="add del">
          <ac:chgData name="Brown, Jeremiah" userId="S::jeremiah.brown5@snhu.edu::3aa20c9a-6fbb-4593-9b1e-586934410a09" providerId="AD" clId="Web-{32FFA61D-C530-A2ED-A9B5-4F7A2555CA8B}" dt="2024-10-20T23:41:26.850" v="5"/>
          <ac:spMkLst>
            <pc:docMk/>
            <pc:sldMk cId="109857222" sldId="256"/>
            <ac:spMk id="16" creationId="{A2B5CBEA-F125-49B6-8335-227C325B112B}"/>
          </ac:spMkLst>
        </pc:spChg>
        <pc:spChg chg="add del">
          <ac:chgData name="Brown, Jeremiah" userId="S::jeremiah.brown5@snhu.edu::3aa20c9a-6fbb-4593-9b1e-586934410a09" providerId="AD" clId="Web-{32FFA61D-C530-A2ED-A9B5-4F7A2555CA8B}" dt="2024-10-20T23:41:59.554" v="7"/>
          <ac:spMkLst>
            <pc:docMk/>
            <pc:sldMk cId="109857222" sldId="256"/>
            <ac:spMk id="17" creationId="{3FBAD350-5664-4811-A208-657FB882D350}"/>
          </ac:spMkLst>
        </pc:spChg>
        <pc:spChg chg="add del">
          <ac:chgData name="Brown, Jeremiah" userId="S::jeremiah.brown5@snhu.edu::3aa20c9a-6fbb-4593-9b1e-586934410a09" providerId="AD" clId="Web-{32FFA61D-C530-A2ED-A9B5-4F7A2555CA8B}" dt="2024-10-20T23:41:26.850" v="5"/>
          <ac:spMkLst>
            <pc:docMk/>
            <pc:sldMk cId="109857222" sldId="256"/>
            <ac:spMk id="18" creationId="{E51A97D9-C694-4307-818B-0C5BBF413609}"/>
          </ac:spMkLst>
        </pc:spChg>
        <pc:spChg chg="add del">
          <ac:chgData name="Brown, Jeremiah" userId="S::jeremiah.brown5@snhu.edu::3aa20c9a-6fbb-4593-9b1e-586934410a09" providerId="AD" clId="Web-{32FFA61D-C530-A2ED-A9B5-4F7A2555CA8B}" dt="2024-10-20T23:41:59.554" v="7"/>
          <ac:spMkLst>
            <pc:docMk/>
            <pc:sldMk cId="109857222" sldId="256"/>
            <ac:spMk id="19" creationId="{C39ADB8F-D187-49D7-BDCF-C1B6DC727068}"/>
          </ac:spMkLst>
        </pc:spChg>
        <pc:spChg chg="add del">
          <ac:chgData name="Brown, Jeremiah" userId="S::jeremiah.brown5@snhu.edu::3aa20c9a-6fbb-4593-9b1e-586934410a09" providerId="AD" clId="Web-{32FFA61D-C530-A2ED-A9B5-4F7A2555CA8B}" dt="2024-10-20T23:41:26.850" v="5"/>
          <ac:spMkLst>
            <pc:docMk/>
            <pc:sldMk cId="109857222" sldId="256"/>
            <ac:spMk id="20" creationId="{2C1D3151-5F97-4860-B56C-C98BD62CC255}"/>
          </ac:spMkLst>
        </pc:spChg>
        <pc:spChg chg="add del">
          <ac:chgData name="Brown, Jeremiah" userId="S::jeremiah.brown5@snhu.edu::3aa20c9a-6fbb-4593-9b1e-586934410a09" providerId="AD" clId="Web-{32FFA61D-C530-A2ED-A9B5-4F7A2555CA8B}" dt="2024-10-20T23:43:29.777" v="37"/>
          <ac:spMkLst>
            <pc:docMk/>
            <pc:sldMk cId="109857222" sldId="256"/>
            <ac:spMk id="21" creationId="{1886631C-CD62-4E60-A5E7-767EEAEB4704}"/>
          </ac:spMkLst>
        </pc:spChg>
        <pc:spChg chg="add del">
          <ac:chgData name="Brown, Jeremiah" userId="S::jeremiah.brown5@snhu.edu::3aa20c9a-6fbb-4593-9b1e-586934410a09" providerId="AD" clId="Web-{32FFA61D-C530-A2ED-A9B5-4F7A2555CA8B}" dt="2024-10-20T23:41:26.850" v="5"/>
          <ac:spMkLst>
            <pc:docMk/>
            <pc:sldMk cId="109857222" sldId="256"/>
            <ac:spMk id="22" creationId="{8DE96824-E506-4448-8704-5EC7BF7BC51B}"/>
          </ac:spMkLst>
        </pc:spChg>
        <pc:spChg chg="add del">
          <ac:chgData name="Brown, Jeremiah" userId="S::jeremiah.brown5@snhu.edu::3aa20c9a-6fbb-4593-9b1e-586934410a09" providerId="AD" clId="Web-{32FFA61D-C530-A2ED-A9B5-4F7A2555CA8B}" dt="2024-10-20T23:43:32.980" v="39"/>
          <ac:spMkLst>
            <pc:docMk/>
            <pc:sldMk cId="109857222" sldId="256"/>
            <ac:spMk id="23" creationId="{C56AE383-06A1-42D3-B1AF-CE22194F54B7}"/>
          </ac:spMkLst>
        </pc:spChg>
        <pc:spChg chg="add del">
          <ac:chgData name="Brown, Jeremiah" userId="S::jeremiah.brown5@snhu.edu::3aa20c9a-6fbb-4593-9b1e-586934410a09" providerId="AD" clId="Web-{32FFA61D-C530-A2ED-A9B5-4F7A2555CA8B}" dt="2024-10-20T23:41:26.850" v="5"/>
          <ac:spMkLst>
            <pc:docMk/>
            <pc:sldMk cId="109857222" sldId="256"/>
            <ac:spMk id="24" creationId="{E16C8D8F-10E9-4498-ABDB-0F923F8B6837}"/>
          </ac:spMkLst>
        </pc:spChg>
        <pc:spChg chg="add del">
          <ac:chgData name="Brown, Jeremiah" userId="S::jeremiah.brown5@snhu.edu::3aa20c9a-6fbb-4593-9b1e-586934410a09" providerId="AD" clId="Web-{32FFA61D-C530-A2ED-A9B5-4F7A2555CA8B}" dt="2024-10-20T23:43:32.980" v="39"/>
          <ac:spMkLst>
            <pc:docMk/>
            <pc:sldMk cId="109857222" sldId="256"/>
            <ac:spMk id="25" creationId="{3D70B90B-BED1-4715-9BFE-9622C47A2B2F}"/>
          </ac:spMkLst>
        </pc:spChg>
        <pc:spChg chg="add del">
          <ac:chgData name="Brown, Jeremiah" userId="S::jeremiah.brown5@snhu.edu::3aa20c9a-6fbb-4593-9b1e-586934410a09" providerId="AD" clId="Web-{32FFA61D-C530-A2ED-A9B5-4F7A2555CA8B}" dt="2024-10-20T23:41:26.850" v="5"/>
          <ac:spMkLst>
            <pc:docMk/>
            <pc:sldMk cId="109857222" sldId="256"/>
            <ac:spMk id="26" creationId="{6E8A2566-F83F-4EC9-83A9-338A70FB6B29}"/>
          </ac:spMkLst>
        </pc:spChg>
        <pc:spChg chg="add del">
          <ac:chgData name="Brown, Jeremiah" userId="S::jeremiah.brown5@snhu.edu::3aa20c9a-6fbb-4593-9b1e-586934410a09" providerId="AD" clId="Web-{32FFA61D-C530-A2ED-A9B5-4F7A2555CA8B}" dt="2024-10-20T23:41:26.850" v="5"/>
          <ac:spMkLst>
            <pc:docMk/>
            <pc:sldMk cId="109857222" sldId="256"/>
            <ac:spMk id="28" creationId="{4FB204DF-284E-45F6-A017-79A4DF57BCCB}"/>
          </ac:spMkLst>
        </pc:spChg>
        <pc:spChg chg="add del">
          <ac:chgData name="Brown, Jeremiah" userId="S::jeremiah.brown5@snhu.edu::3aa20c9a-6fbb-4593-9b1e-586934410a09" providerId="AD" clId="Web-{32FFA61D-C530-A2ED-A9B5-4F7A2555CA8B}" dt="2024-10-20T23:43:54.669" v="43"/>
          <ac:spMkLst>
            <pc:docMk/>
            <pc:sldMk cId="109857222" sldId="256"/>
            <ac:spMk id="29" creationId="{60220DBA-8988-4873-8FCD-3FFAC3CF13F6}"/>
          </ac:spMkLst>
        </pc:spChg>
        <pc:spChg chg="add del">
          <ac:chgData name="Brown, Jeremiah" userId="S::jeremiah.brown5@snhu.edu::3aa20c9a-6fbb-4593-9b1e-586934410a09" providerId="AD" clId="Web-{32FFA61D-C530-A2ED-A9B5-4F7A2555CA8B}" dt="2024-10-20T23:41:26.850" v="5"/>
          <ac:spMkLst>
            <pc:docMk/>
            <pc:sldMk cId="109857222" sldId="256"/>
            <ac:spMk id="30" creationId="{5EC6B544-8C84-47A6-885D-A4F09EF5C0F7}"/>
          </ac:spMkLst>
        </pc:spChg>
        <pc:spChg chg="add del">
          <ac:chgData name="Brown, Jeremiah" userId="S::jeremiah.brown5@snhu.edu::3aa20c9a-6fbb-4593-9b1e-586934410a09" providerId="AD" clId="Web-{32FFA61D-C530-A2ED-A9B5-4F7A2555CA8B}" dt="2024-10-20T23:41:26.850" v="5"/>
          <ac:spMkLst>
            <pc:docMk/>
            <pc:sldMk cId="109857222" sldId="256"/>
            <ac:spMk id="32" creationId="{1E5A83E3-8A11-4492-BB6E-F5F2240316FB}"/>
          </ac:spMkLst>
        </pc:spChg>
        <pc:spChg chg="add del">
          <ac:chgData name="Brown, Jeremiah" userId="S::jeremiah.brown5@snhu.edu::3aa20c9a-6fbb-4593-9b1e-586934410a09" providerId="AD" clId="Web-{32FFA61D-C530-A2ED-A9B5-4F7A2555CA8B}" dt="2024-10-20T23:41:26.850" v="5"/>
          <ac:spMkLst>
            <pc:docMk/>
            <pc:sldMk cId="109857222" sldId="256"/>
            <ac:spMk id="34" creationId="{0F360028-588C-4E99-9E6F-5DE59080E390}"/>
          </ac:spMkLst>
        </pc:spChg>
        <pc:spChg chg="add del">
          <ac:chgData name="Brown, Jeremiah" userId="S::jeremiah.brown5@snhu.edu::3aa20c9a-6fbb-4593-9b1e-586934410a09" providerId="AD" clId="Web-{32FFA61D-C530-A2ED-A9B5-4F7A2555CA8B}" dt="2024-10-20T23:41:26.850" v="5"/>
          <ac:spMkLst>
            <pc:docMk/>
            <pc:sldMk cId="109857222" sldId="256"/>
            <ac:spMk id="36" creationId="{32C95C5C-6FBD-47FF-9CA6-066193539A10}"/>
          </ac:spMkLst>
        </pc:spChg>
        <pc:spChg chg="add del">
          <ac:chgData name="Brown, Jeremiah" userId="S::jeremiah.brown5@snhu.edu::3aa20c9a-6fbb-4593-9b1e-586934410a09" providerId="AD" clId="Web-{32FFA61D-C530-A2ED-A9B5-4F7A2555CA8B}" dt="2024-10-20T23:41:26.850" v="5"/>
          <ac:spMkLst>
            <pc:docMk/>
            <pc:sldMk cId="109857222" sldId="256"/>
            <ac:spMk id="38" creationId="{4D1A5E71-B6B6-486A-8CDC-C7ABD9B903F6}"/>
          </ac:spMkLst>
        </pc:spChg>
        <pc:spChg chg="add del">
          <ac:chgData name="Brown, Jeremiah" userId="S::jeremiah.brown5@snhu.edu::3aa20c9a-6fbb-4593-9b1e-586934410a09" providerId="AD" clId="Web-{32FFA61D-C530-A2ED-A9B5-4F7A2555CA8B}" dt="2024-10-20T23:41:59.554" v="7"/>
          <ac:spMkLst>
            <pc:docMk/>
            <pc:sldMk cId="109857222" sldId="256"/>
            <ac:spMk id="47" creationId="{6E37B132-9C54-4236-8910-3340177AD9DB}"/>
          </ac:spMkLst>
        </pc:spChg>
        <pc:spChg chg="add del">
          <ac:chgData name="Brown, Jeremiah" userId="S::jeremiah.brown5@snhu.edu::3aa20c9a-6fbb-4593-9b1e-586934410a09" providerId="AD" clId="Web-{32FFA61D-C530-A2ED-A9B5-4F7A2555CA8B}" dt="2024-10-20T23:41:59.554" v="7"/>
          <ac:spMkLst>
            <pc:docMk/>
            <pc:sldMk cId="109857222" sldId="256"/>
            <ac:spMk id="48" creationId="{D472C551-D440-40DF-9260-BDB9AC40960A}"/>
          </ac:spMkLst>
        </pc:spChg>
        <pc:spChg chg="add del">
          <ac:chgData name="Brown, Jeremiah" userId="S::jeremiah.brown5@snhu.edu::3aa20c9a-6fbb-4593-9b1e-586934410a09" providerId="AD" clId="Web-{32FFA61D-C530-A2ED-A9B5-4F7A2555CA8B}" dt="2024-10-20T23:41:59.554" v="7"/>
          <ac:spMkLst>
            <pc:docMk/>
            <pc:sldMk cId="109857222" sldId="256"/>
            <ac:spMk id="51" creationId="{508BEF50-7B1E-49A4-BC19-5F4F1D755E64}"/>
          </ac:spMkLst>
        </pc:spChg>
        <pc:spChg chg="add del">
          <ac:chgData name="Brown, Jeremiah" userId="S::jeremiah.brown5@snhu.edu::3aa20c9a-6fbb-4593-9b1e-586934410a09" providerId="AD" clId="Web-{32FFA61D-C530-A2ED-A9B5-4F7A2555CA8B}" dt="2024-10-20T23:42:05.320" v="9"/>
          <ac:spMkLst>
            <pc:docMk/>
            <pc:sldMk cId="109857222" sldId="256"/>
            <ac:spMk id="53" creationId="{FFC321AD-2C92-446F-AF58-8CAA634BFD36}"/>
          </ac:spMkLst>
        </pc:spChg>
        <pc:spChg chg="add del">
          <ac:chgData name="Brown, Jeremiah" userId="S::jeremiah.brown5@snhu.edu::3aa20c9a-6fbb-4593-9b1e-586934410a09" providerId="AD" clId="Web-{32FFA61D-C530-A2ED-A9B5-4F7A2555CA8B}" dt="2024-10-20T23:42:05.320" v="9"/>
          <ac:spMkLst>
            <pc:docMk/>
            <pc:sldMk cId="109857222" sldId="256"/>
            <ac:spMk id="54" creationId="{3EA855B9-EE27-4441-846C-35DF1C6483BF}"/>
          </ac:spMkLst>
        </pc:spChg>
        <pc:spChg chg="add del">
          <ac:chgData name="Brown, Jeremiah" userId="S::jeremiah.brown5@snhu.edu::3aa20c9a-6fbb-4593-9b1e-586934410a09" providerId="AD" clId="Web-{32FFA61D-C530-A2ED-A9B5-4F7A2555CA8B}" dt="2024-10-20T23:42:05.320" v="9"/>
          <ac:spMkLst>
            <pc:docMk/>
            <pc:sldMk cId="109857222" sldId="256"/>
            <ac:spMk id="56" creationId="{2BF5D4DB-368A-4B23-81E4-E0454BAD8672}"/>
          </ac:spMkLst>
        </pc:spChg>
        <pc:spChg chg="add del">
          <ac:chgData name="Brown, Jeremiah" userId="S::jeremiah.brown5@snhu.edu::3aa20c9a-6fbb-4593-9b1e-586934410a09" providerId="AD" clId="Web-{32FFA61D-C530-A2ED-A9B5-4F7A2555CA8B}" dt="2024-10-20T23:42:05.320" v="9"/>
          <ac:spMkLst>
            <pc:docMk/>
            <pc:sldMk cId="109857222" sldId="256"/>
            <ac:spMk id="57" creationId="{F372D7B9-36D5-4C1F-B7C9-36717C28F150}"/>
          </ac:spMkLst>
        </pc:spChg>
        <pc:spChg chg="add del">
          <ac:chgData name="Brown, Jeremiah" userId="S::jeremiah.brown5@snhu.edu::3aa20c9a-6fbb-4593-9b1e-586934410a09" providerId="AD" clId="Web-{32FFA61D-C530-A2ED-A9B5-4F7A2555CA8B}" dt="2024-10-20T23:43:17.839" v="35"/>
          <ac:spMkLst>
            <pc:docMk/>
            <pc:sldMk cId="109857222" sldId="256"/>
            <ac:spMk id="59" creationId="{37FDDF72-DE39-4F99-A3C1-DD9D7815D7DB}"/>
          </ac:spMkLst>
        </pc:spChg>
        <pc:spChg chg="add del">
          <ac:chgData name="Brown, Jeremiah" userId="S::jeremiah.brown5@snhu.edu::3aa20c9a-6fbb-4593-9b1e-586934410a09" providerId="AD" clId="Web-{32FFA61D-C530-A2ED-A9B5-4F7A2555CA8B}" dt="2024-10-20T23:43:17.839" v="35"/>
          <ac:spMkLst>
            <pc:docMk/>
            <pc:sldMk cId="109857222" sldId="256"/>
            <ac:spMk id="60" creationId="{5E4ECE80-3AD1-450C-B62A-98788F193948}"/>
          </ac:spMkLst>
        </pc:spChg>
        <pc:spChg chg="add del">
          <ac:chgData name="Brown, Jeremiah" userId="S::jeremiah.brown5@snhu.edu::3aa20c9a-6fbb-4593-9b1e-586934410a09" providerId="AD" clId="Web-{32FFA61D-C530-A2ED-A9B5-4F7A2555CA8B}" dt="2024-10-20T23:43:17.839" v="35"/>
          <ac:spMkLst>
            <pc:docMk/>
            <pc:sldMk cId="109857222" sldId="256"/>
            <ac:spMk id="61" creationId="{C4056FD6-9767-4B1A-ACC2-9883F6A5B86D}"/>
          </ac:spMkLst>
        </pc:spChg>
        <pc:grpChg chg="add del">
          <ac:chgData name="Brown, Jeremiah" userId="S::jeremiah.brown5@snhu.edu::3aa20c9a-6fbb-4593-9b1e-586934410a09" providerId="AD" clId="Web-{32FFA61D-C530-A2ED-A9B5-4F7A2555CA8B}" dt="2024-10-20T23:41:26.850" v="5"/>
          <ac:grpSpMkLst>
            <pc:docMk/>
            <pc:sldMk cId="109857222" sldId="256"/>
            <ac:grpSpMk id="40" creationId="{FB9739EB-7F66-433D-841F-AB3CD18700B7}"/>
          </ac:grpSpMkLst>
        </pc:grpChg>
        <pc:picChg chg="add del">
          <ac:chgData name="Brown, Jeremiah" userId="S::jeremiah.brown5@snhu.edu::3aa20c9a-6fbb-4593-9b1e-586934410a09" providerId="AD" clId="Web-{32FFA61D-C530-A2ED-A9B5-4F7A2555CA8B}" dt="2024-10-20T23:41:07.990" v="3"/>
          <ac:picMkLst>
            <pc:docMk/>
            <pc:sldMk cId="109857222" sldId="256"/>
            <ac:picMk id="4" creationId="{95C1AAA1-F4FF-ECFA-8385-D4E7DC875970}"/>
          </ac:picMkLst>
        </pc:picChg>
        <pc:picChg chg="add del">
          <ac:chgData name="Brown, Jeremiah" userId="S::jeremiah.brown5@snhu.edu::3aa20c9a-6fbb-4593-9b1e-586934410a09" providerId="AD" clId="Web-{32FFA61D-C530-A2ED-A9B5-4F7A2555CA8B}" dt="2024-10-20T23:43:29.777" v="37"/>
          <ac:picMkLst>
            <pc:docMk/>
            <pc:sldMk cId="109857222" sldId="256"/>
            <ac:picMk id="7" creationId="{8C0D97E7-9509-53B8-CA13-16CEAA873BAF}"/>
          </ac:picMkLst>
        </pc:picChg>
        <pc:picChg chg="add del">
          <ac:chgData name="Brown, Jeremiah" userId="S::jeremiah.brown5@snhu.edu::3aa20c9a-6fbb-4593-9b1e-586934410a09" providerId="AD" clId="Web-{32FFA61D-C530-A2ED-A9B5-4F7A2555CA8B}" dt="2024-10-20T23:43:32.980" v="39"/>
          <ac:picMkLst>
            <pc:docMk/>
            <pc:sldMk cId="109857222" sldId="256"/>
            <ac:picMk id="27" creationId="{F9CC610C-64CC-87A9-4A82-B1CBA65C8A39}"/>
          </ac:picMkLst>
        </pc:picChg>
        <pc:picChg chg="add del">
          <ac:chgData name="Brown, Jeremiah" userId="S::jeremiah.brown5@snhu.edu::3aa20c9a-6fbb-4593-9b1e-586934410a09" providerId="AD" clId="Web-{32FFA61D-C530-A2ED-A9B5-4F7A2555CA8B}" dt="2024-10-20T23:43:54.669" v="43"/>
          <ac:picMkLst>
            <pc:docMk/>
            <pc:sldMk cId="109857222" sldId="256"/>
            <ac:picMk id="31" creationId="{B32AFD6B-A285-61B7-3072-88BC239B8BEA}"/>
          </ac:picMkLst>
        </pc:picChg>
        <pc:picChg chg="add del">
          <ac:chgData name="Brown, Jeremiah" userId="S::jeremiah.brown5@snhu.edu::3aa20c9a-6fbb-4593-9b1e-586934410a09" providerId="AD" clId="Web-{32FFA61D-C530-A2ED-A9B5-4F7A2555CA8B}" dt="2024-10-20T23:41:59.554" v="7"/>
          <ac:picMkLst>
            <pc:docMk/>
            <pc:sldMk cId="109857222" sldId="256"/>
            <ac:picMk id="49" creationId="{59F72367-32D8-46AD-04B7-84CF46DE464A}"/>
          </ac:picMkLst>
        </pc:picChg>
        <pc:picChg chg="add del">
          <ac:chgData name="Brown, Jeremiah" userId="S::jeremiah.brown5@snhu.edu::3aa20c9a-6fbb-4593-9b1e-586934410a09" providerId="AD" clId="Web-{32FFA61D-C530-A2ED-A9B5-4F7A2555CA8B}" dt="2024-10-20T23:42:05.320" v="9"/>
          <ac:picMkLst>
            <pc:docMk/>
            <pc:sldMk cId="109857222" sldId="256"/>
            <ac:picMk id="55" creationId="{3A8010E9-C630-8260-2967-FA576BEA560C}"/>
          </ac:picMkLst>
        </pc:picChg>
        <pc:picChg chg="add del">
          <ac:chgData name="Brown, Jeremiah" userId="S::jeremiah.brown5@snhu.edu::3aa20c9a-6fbb-4593-9b1e-586934410a09" providerId="AD" clId="Web-{32FFA61D-C530-A2ED-A9B5-4F7A2555CA8B}" dt="2024-10-20T23:43:17.839" v="35"/>
          <ac:picMkLst>
            <pc:docMk/>
            <pc:sldMk cId="109857222" sldId="256"/>
            <ac:picMk id="62" creationId="{379D1D99-8026-CF93-C59E-BA956F4D01B8}"/>
          </ac:picMkLst>
        </pc:picChg>
        <pc:cxnChg chg="add del">
          <ac:chgData name="Brown, Jeremiah" userId="S::jeremiah.brown5@snhu.edu::3aa20c9a-6fbb-4593-9b1e-586934410a09" providerId="AD" clId="Web-{32FFA61D-C530-A2ED-A9B5-4F7A2555CA8B}" dt="2024-10-20T23:43:54.669" v="43"/>
          <ac:cxnSpMkLst>
            <pc:docMk/>
            <pc:sldMk cId="109857222" sldId="256"/>
            <ac:cxnSpMk id="33" creationId="{3A8CB1B5-064D-4590-A7F2-70C604854D32}"/>
          </ac:cxnSpMkLst>
        </pc:cxnChg>
        <pc:cxnChg chg="add del">
          <ac:chgData name="Brown, Jeremiah" userId="S::jeremiah.brown5@snhu.edu::3aa20c9a-6fbb-4593-9b1e-586934410a09" providerId="AD" clId="Web-{32FFA61D-C530-A2ED-A9B5-4F7A2555CA8B}" dt="2024-10-20T23:43:54.669" v="43"/>
          <ac:cxnSpMkLst>
            <pc:docMk/>
            <pc:sldMk cId="109857222" sldId="256"/>
            <ac:cxnSpMk id="35" creationId="{923F81E2-AE9A-4D71-87B5-D24817F30684}"/>
          </ac:cxnSpMkLst>
        </pc:cxnChg>
        <pc:cxnChg chg="add del">
          <ac:chgData name="Brown, Jeremiah" userId="S::jeremiah.brown5@snhu.edu::3aa20c9a-6fbb-4593-9b1e-586934410a09" providerId="AD" clId="Web-{32FFA61D-C530-A2ED-A9B5-4F7A2555CA8B}" dt="2024-10-20T23:43:54.669" v="43"/>
          <ac:cxnSpMkLst>
            <pc:docMk/>
            <pc:sldMk cId="109857222" sldId="256"/>
            <ac:cxnSpMk id="37" creationId="{95C0F619-4F98-49B2-B92F-39B242F38F5D}"/>
          </ac:cxnSpMkLst>
        </pc:cxnChg>
        <pc:cxnChg chg="add del">
          <ac:chgData name="Brown, Jeremiah" userId="S::jeremiah.brown5@snhu.edu::3aa20c9a-6fbb-4593-9b1e-586934410a09" providerId="AD" clId="Web-{32FFA61D-C530-A2ED-A9B5-4F7A2555CA8B}" dt="2024-10-20T23:41:59.554" v="7"/>
          <ac:cxnSpMkLst>
            <pc:docMk/>
            <pc:sldMk cId="109857222" sldId="256"/>
            <ac:cxnSpMk id="50" creationId="{56020367-4FD5-4596-8E10-C5F095CD8DBF}"/>
          </ac:cxnSpMkLst>
        </pc:cxnChg>
      </pc:sldChg>
      <pc:sldChg chg="addSp modSp new del mod modClrScheme chgLayout">
        <pc:chgData name="Brown, Jeremiah" userId="S::jeremiah.brown5@snhu.edu::3aa20c9a-6fbb-4593-9b1e-586934410a09" providerId="AD" clId="Web-{32FFA61D-C530-A2ED-A9B5-4F7A2555CA8B}" dt="2024-10-21T00:04:56.240" v="292"/>
        <pc:sldMkLst>
          <pc:docMk/>
          <pc:sldMk cId="1074193871" sldId="257"/>
        </pc:sldMkLst>
        <pc:spChg chg="mod ord">
          <ac:chgData name="Brown, Jeremiah" userId="S::jeremiah.brown5@snhu.edu::3aa20c9a-6fbb-4593-9b1e-586934410a09" providerId="AD" clId="Web-{32FFA61D-C530-A2ED-A9B5-4F7A2555CA8B}" dt="2024-10-21T00:03:19.782" v="274" actId="1076"/>
          <ac:spMkLst>
            <pc:docMk/>
            <pc:sldMk cId="1074193871" sldId="257"/>
            <ac:spMk id="2" creationId="{5D5FC305-D123-ADC8-5513-36B08E2DA25A}"/>
          </ac:spMkLst>
        </pc:spChg>
        <pc:spChg chg="mod ord">
          <ac:chgData name="Brown, Jeremiah" userId="S::jeremiah.brown5@snhu.edu::3aa20c9a-6fbb-4593-9b1e-586934410a09" providerId="AD" clId="Web-{32FFA61D-C530-A2ED-A9B5-4F7A2555CA8B}" dt="2024-10-21T00:03:48.720" v="281" actId="14100"/>
          <ac:spMkLst>
            <pc:docMk/>
            <pc:sldMk cId="1074193871" sldId="257"/>
            <ac:spMk id="3" creationId="{D7FF8501-1A05-5E91-B14E-D10CFD423C62}"/>
          </ac:spMkLst>
        </pc:spChg>
        <pc:spChg chg="add mod ord">
          <ac:chgData name="Brown, Jeremiah" userId="S::jeremiah.brown5@snhu.edu::3aa20c9a-6fbb-4593-9b1e-586934410a09" providerId="AD" clId="Web-{32FFA61D-C530-A2ED-A9B5-4F7A2555CA8B}" dt="2024-10-21T00:03:41.423" v="279" actId="14100"/>
          <ac:spMkLst>
            <pc:docMk/>
            <pc:sldMk cId="1074193871" sldId="257"/>
            <ac:spMk id="4" creationId="{7B9FF097-5F03-9047-D507-5246A367992E}"/>
          </ac:spMkLst>
        </pc:spChg>
        <pc:spChg chg="add mod ord">
          <ac:chgData name="Brown, Jeremiah" userId="S::jeremiah.brown5@snhu.edu::3aa20c9a-6fbb-4593-9b1e-586934410a09" providerId="AD" clId="Web-{32FFA61D-C530-A2ED-A9B5-4F7A2555CA8B}" dt="2024-10-21T00:03:34.251" v="277" actId="14100"/>
          <ac:spMkLst>
            <pc:docMk/>
            <pc:sldMk cId="1074193871" sldId="257"/>
            <ac:spMk id="5" creationId="{DD0F0789-908C-AD60-860B-142EAF00AB37}"/>
          </ac:spMkLst>
        </pc:spChg>
        <pc:spChg chg="add mod ord">
          <ac:chgData name="Brown, Jeremiah" userId="S::jeremiah.brown5@snhu.edu::3aa20c9a-6fbb-4593-9b1e-586934410a09" providerId="AD" clId="Web-{32FFA61D-C530-A2ED-A9B5-4F7A2555CA8B}" dt="2024-10-21T00:03:45.501" v="280" actId="14100"/>
          <ac:spMkLst>
            <pc:docMk/>
            <pc:sldMk cId="1074193871" sldId="257"/>
            <ac:spMk id="6" creationId="{4442464B-6FAD-674E-01A2-A38F572E6928}"/>
          </ac:spMkLst>
        </pc:spChg>
      </pc:sldChg>
      <pc:sldChg chg="new del">
        <pc:chgData name="Brown, Jeremiah" userId="S::jeremiah.brown5@snhu.edu::3aa20c9a-6fbb-4593-9b1e-586934410a09" providerId="AD" clId="Web-{32FFA61D-C530-A2ED-A9B5-4F7A2555CA8B}" dt="2024-10-20T23:48:58.197" v="95"/>
        <pc:sldMkLst>
          <pc:docMk/>
          <pc:sldMk cId="1825126316" sldId="257"/>
        </pc:sldMkLst>
      </pc:sldChg>
      <pc:sldChg chg="delSp modSp new del mod modClrScheme chgLayout">
        <pc:chgData name="Brown, Jeremiah" userId="S::jeremiah.brown5@snhu.edu::3aa20c9a-6fbb-4593-9b1e-586934410a09" providerId="AD" clId="Web-{32FFA61D-C530-A2ED-A9B5-4F7A2555CA8B}" dt="2024-10-21T00:41:26.694" v="899"/>
        <pc:sldMkLst>
          <pc:docMk/>
          <pc:sldMk cId="3123150484" sldId="258"/>
        </pc:sldMkLst>
        <pc:spChg chg="mod ord">
          <ac:chgData name="Brown, Jeremiah" userId="S::jeremiah.brown5@snhu.edu::3aa20c9a-6fbb-4593-9b1e-586934410a09" providerId="AD" clId="Web-{32FFA61D-C530-A2ED-A9B5-4F7A2555CA8B}" dt="2024-10-21T00:37:53.794" v="833"/>
          <ac:spMkLst>
            <pc:docMk/>
            <pc:sldMk cId="3123150484" sldId="258"/>
            <ac:spMk id="2" creationId="{2AD1192F-4DAF-9110-26C1-6279DF21D410}"/>
          </ac:spMkLst>
        </pc:spChg>
        <pc:spChg chg="del">
          <ac:chgData name="Brown, Jeremiah" userId="S::jeremiah.brown5@snhu.edu::3aa20c9a-6fbb-4593-9b1e-586934410a09" providerId="AD" clId="Web-{32FFA61D-C530-A2ED-A9B5-4F7A2555CA8B}" dt="2024-10-20T23:55:25.245" v="144"/>
          <ac:spMkLst>
            <pc:docMk/>
            <pc:sldMk cId="3123150484" sldId="258"/>
            <ac:spMk id="3" creationId="{CCDC262C-1EDC-2E83-EFF9-E922757C008C}"/>
          </ac:spMkLst>
        </pc:spChg>
        <pc:spChg chg="mod ord">
          <ac:chgData name="Brown, Jeremiah" userId="S::jeremiah.brown5@snhu.edu::3aa20c9a-6fbb-4593-9b1e-586934410a09" providerId="AD" clId="Web-{32FFA61D-C530-A2ED-A9B5-4F7A2555CA8B}" dt="2024-10-21T00:37:59.060" v="834" actId="14100"/>
          <ac:spMkLst>
            <pc:docMk/>
            <pc:sldMk cId="3123150484" sldId="258"/>
            <ac:spMk id="4" creationId="{396BEBC5-B8F6-E67B-EA4E-BEF994200FEF}"/>
          </ac:spMkLst>
        </pc:spChg>
        <pc:spChg chg="del">
          <ac:chgData name="Brown, Jeremiah" userId="S::jeremiah.brown5@snhu.edu::3aa20c9a-6fbb-4593-9b1e-586934410a09" providerId="AD" clId="Web-{32FFA61D-C530-A2ED-A9B5-4F7A2555CA8B}" dt="2024-10-20T23:55:25.245" v="144"/>
          <ac:spMkLst>
            <pc:docMk/>
            <pc:sldMk cId="3123150484" sldId="258"/>
            <ac:spMk id="5" creationId="{7F5E00F6-F176-3BF0-C88B-4B72F127D2F5}"/>
          </ac:spMkLst>
        </pc:spChg>
        <pc:spChg chg="del">
          <ac:chgData name="Brown, Jeremiah" userId="S::jeremiah.brown5@snhu.edu::3aa20c9a-6fbb-4593-9b1e-586934410a09" providerId="AD" clId="Web-{32FFA61D-C530-A2ED-A9B5-4F7A2555CA8B}" dt="2024-10-20T23:55:25.245" v="144"/>
          <ac:spMkLst>
            <pc:docMk/>
            <pc:sldMk cId="3123150484" sldId="258"/>
            <ac:spMk id="6" creationId="{9783677C-F5A1-C961-CC3D-B2BBA4EB9EE3}"/>
          </ac:spMkLst>
        </pc:spChg>
      </pc:sldChg>
      <pc:sldChg chg="modSp add replId">
        <pc:chgData name="Brown, Jeremiah" userId="S::jeremiah.brown5@snhu.edu::3aa20c9a-6fbb-4593-9b1e-586934410a09" providerId="AD" clId="Web-{32FFA61D-C530-A2ED-A9B5-4F7A2555CA8B}" dt="2024-10-21T00:53:42.726" v="1100" actId="14100"/>
        <pc:sldMkLst>
          <pc:docMk/>
          <pc:sldMk cId="774164217" sldId="259"/>
        </pc:sldMkLst>
        <pc:spChg chg="mod">
          <ac:chgData name="Brown, Jeremiah" userId="S::jeremiah.brown5@snhu.edu::3aa20c9a-6fbb-4593-9b1e-586934410a09" providerId="AD" clId="Web-{32FFA61D-C530-A2ED-A9B5-4F7A2555CA8B}" dt="2024-10-21T00:53:15.131" v="1095" actId="14100"/>
          <ac:spMkLst>
            <pc:docMk/>
            <pc:sldMk cId="774164217" sldId="259"/>
            <ac:spMk id="2" creationId="{5D5FC305-D123-ADC8-5513-36B08E2DA25A}"/>
          </ac:spMkLst>
        </pc:spChg>
        <pc:spChg chg="mod">
          <ac:chgData name="Brown, Jeremiah" userId="S::jeremiah.brown5@snhu.edu::3aa20c9a-6fbb-4593-9b1e-586934410a09" providerId="AD" clId="Web-{32FFA61D-C530-A2ED-A9B5-4F7A2555CA8B}" dt="2024-10-21T00:53:42.726" v="1100" actId="14100"/>
          <ac:spMkLst>
            <pc:docMk/>
            <pc:sldMk cId="774164217" sldId="259"/>
            <ac:spMk id="3" creationId="{D7FF8501-1A05-5E91-B14E-D10CFD423C62}"/>
          </ac:spMkLst>
        </pc:spChg>
        <pc:spChg chg="mod">
          <ac:chgData name="Brown, Jeremiah" userId="S::jeremiah.brown5@snhu.edu::3aa20c9a-6fbb-4593-9b1e-586934410a09" providerId="AD" clId="Web-{32FFA61D-C530-A2ED-A9B5-4F7A2555CA8B}" dt="2024-10-21T00:53:37.570" v="1099" actId="14100"/>
          <ac:spMkLst>
            <pc:docMk/>
            <pc:sldMk cId="774164217" sldId="259"/>
            <ac:spMk id="4" creationId="{7B9FF097-5F03-9047-D507-5246A367992E}"/>
          </ac:spMkLst>
        </pc:spChg>
        <pc:spChg chg="mod">
          <ac:chgData name="Brown, Jeremiah" userId="S::jeremiah.brown5@snhu.edu::3aa20c9a-6fbb-4593-9b1e-586934410a09" providerId="AD" clId="Web-{32FFA61D-C530-A2ED-A9B5-4F7A2555CA8B}" dt="2024-10-21T00:53:18.319" v="1096" actId="14100"/>
          <ac:spMkLst>
            <pc:docMk/>
            <pc:sldMk cId="774164217" sldId="259"/>
            <ac:spMk id="5" creationId="{DD0F0789-908C-AD60-860B-142EAF00AB37}"/>
          </ac:spMkLst>
        </pc:spChg>
        <pc:spChg chg="mod">
          <ac:chgData name="Brown, Jeremiah" userId="S::jeremiah.brown5@snhu.edu::3aa20c9a-6fbb-4593-9b1e-586934410a09" providerId="AD" clId="Web-{32FFA61D-C530-A2ED-A9B5-4F7A2555CA8B}" dt="2024-10-21T00:53:21.960" v="1097" actId="14100"/>
          <ac:spMkLst>
            <pc:docMk/>
            <pc:sldMk cId="774164217" sldId="259"/>
            <ac:spMk id="6" creationId="{4442464B-6FAD-674E-01A2-A38F572E6928}"/>
          </ac:spMkLst>
        </pc:spChg>
      </pc:sldChg>
      <pc:sldChg chg="add del replId">
        <pc:chgData name="Brown, Jeremiah" userId="S::jeremiah.brown5@snhu.edu::3aa20c9a-6fbb-4593-9b1e-586934410a09" providerId="AD" clId="Web-{32FFA61D-C530-A2ED-A9B5-4F7A2555CA8B}" dt="2024-10-21T00:03:50.830" v="282"/>
        <pc:sldMkLst>
          <pc:docMk/>
          <pc:sldMk cId="1932689222" sldId="259"/>
        </pc:sldMkLst>
      </pc:sldChg>
      <pc:sldChg chg="modSp add replId">
        <pc:chgData name="Brown, Jeremiah" userId="S::jeremiah.brown5@snhu.edu::3aa20c9a-6fbb-4593-9b1e-586934410a09" providerId="AD" clId="Web-{32FFA61D-C530-A2ED-A9B5-4F7A2555CA8B}" dt="2024-10-21T00:52:50.099" v="1092" actId="14100"/>
        <pc:sldMkLst>
          <pc:docMk/>
          <pc:sldMk cId="841709688" sldId="260"/>
        </pc:sldMkLst>
        <pc:spChg chg="mod">
          <ac:chgData name="Brown, Jeremiah" userId="S::jeremiah.brown5@snhu.edu::3aa20c9a-6fbb-4593-9b1e-586934410a09" providerId="AD" clId="Web-{32FFA61D-C530-A2ED-A9B5-4F7A2555CA8B}" dt="2024-10-21T00:05:04.599" v="296" actId="20577"/>
          <ac:spMkLst>
            <pc:docMk/>
            <pc:sldMk cId="841709688" sldId="260"/>
            <ac:spMk id="2" creationId="{5D5FC305-D123-ADC8-5513-36B08E2DA25A}"/>
          </ac:spMkLst>
        </pc:spChg>
        <pc:spChg chg="mod">
          <ac:chgData name="Brown, Jeremiah" userId="S::jeremiah.brown5@snhu.edu::3aa20c9a-6fbb-4593-9b1e-586934410a09" providerId="AD" clId="Web-{32FFA61D-C530-A2ED-A9B5-4F7A2555CA8B}" dt="2024-10-21T00:52:41.536" v="1091" actId="14100"/>
          <ac:spMkLst>
            <pc:docMk/>
            <pc:sldMk cId="841709688" sldId="260"/>
            <ac:spMk id="3" creationId="{D7FF8501-1A05-5E91-B14E-D10CFD423C62}"/>
          </ac:spMkLst>
        </pc:spChg>
        <pc:spChg chg="mod">
          <ac:chgData name="Brown, Jeremiah" userId="S::jeremiah.brown5@snhu.edu::3aa20c9a-6fbb-4593-9b1e-586934410a09" providerId="AD" clId="Web-{32FFA61D-C530-A2ED-A9B5-4F7A2555CA8B}" dt="2024-10-21T00:52:50.099" v="1092" actId="14100"/>
          <ac:spMkLst>
            <pc:docMk/>
            <pc:sldMk cId="841709688" sldId="260"/>
            <ac:spMk id="4" creationId="{7B9FF097-5F03-9047-D507-5246A367992E}"/>
          </ac:spMkLst>
        </pc:spChg>
        <pc:spChg chg="mod">
          <ac:chgData name="Brown, Jeremiah" userId="S::jeremiah.brown5@snhu.edu::3aa20c9a-6fbb-4593-9b1e-586934410a09" providerId="AD" clId="Web-{32FFA61D-C530-A2ED-A9B5-4F7A2555CA8B}" dt="2024-10-21T00:52:29.223" v="1088" actId="14100"/>
          <ac:spMkLst>
            <pc:docMk/>
            <pc:sldMk cId="841709688" sldId="260"/>
            <ac:spMk id="5" creationId="{DD0F0789-908C-AD60-860B-142EAF00AB37}"/>
          </ac:spMkLst>
        </pc:spChg>
        <pc:spChg chg="mod">
          <ac:chgData name="Brown, Jeremiah" userId="S::jeremiah.brown5@snhu.edu::3aa20c9a-6fbb-4593-9b1e-586934410a09" providerId="AD" clId="Web-{32FFA61D-C530-A2ED-A9B5-4F7A2555CA8B}" dt="2024-10-21T00:15:27.189" v="470" actId="20577"/>
          <ac:spMkLst>
            <pc:docMk/>
            <pc:sldMk cId="841709688" sldId="260"/>
            <ac:spMk id="6" creationId="{4442464B-6FAD-674E-01A2-A38F572E6928}"/>
          </ac:spMkLst>
        </pc:spChg>
      </pc:sldChg>
      <pc:sldChg chg="modSp new">
        <pc:chgData name="Brown, Jeremiah" userId="S::jeremiah.brown5@snhu.edu::3aa20c9a-6fbb-4593-9b1e-586934410a09" providerId="AD" clId="Web-{32FFA61D-C530-A2ED-A9B5-4F7A2555CA8B}" dt="2024-10-21T00:33:35.705" v="761" actId="14100"/>
        <pc:sldMkLst>
          <pc:docMk/>
          <pc:sldMk cId="2263659028" sldId="261"/>
        </pc:sldMkLst>
        <pc:spChg chg="mod">
          <ac:chgData name="Brown, Jeremiah" userId="S::jeremiah.brown5@snhu.edu::3aa20c9a-6fbb-4593-9b1e-586934410a09" providerId="AD" clId="Web-{32FFA61D-C530-A2ED-A9B5-4F7A2555CA8B}" dt="2024-10-21T00:16:24.504" v="484" actId="20577"/>
          <ac:spMkLst>
            <pc:docMk/>
            <pc:sldMk cId="2263659028" sldId="261"/>
            <ac:spMk id="2" creationId="{8D065B09-089E-0B15-52C9-DA4202AC975C}"/>
          </ac:spMkLst>
        </pc:spChg>
        <pc:spChg chg="mod">
          <ac:chgData name="Brown, Jeremiah" userId="S::jeremiah.brown5@snhu.edu::3aa20c9a-6fbb-4593-9b1e-586934410a09" providerId="AD" clId="Web-{32FFA61D-C530-A2ED-A9B5-4F7A2555CA8B}" dt="2024-10-21T00:33:35.705" v="761" actId="14100"/>
          <ac:spMkLst>
            <pc:docMk/>
            <pc:sldMk cId="2263659028" sldId="261"/>
            <ac:spMk id="3" creationId="{3DFA671C-7654-E19D-9CC2-474370F6698E}"/>
          </ac:spMkLst>
        </pc:spChg>
      </pc:sldChg>
      <pc:sldChg chg="modSp add replId">
        <pc:chgData name="Brown, Jeremiah" userId="S::jeremiah.brown5@snhu.edu::3aa20c9a-6fbb-4593-9b1e-586934410a09" providerId="AD" clId="Web-{32FFA61D-C530-A2ED-A9B5-4F7A2555CA8B}" dt="2024-10-21T00:38:34.999" v="847" actId="14100"/>
        <pc:sldMkLst>
          <pc:docMk/>
          <pc:sldMk cId="1228275958" sldId="262"/>
        </pc:sldMkLst>
        <pc:spChg chg="mod">
          <ac:chgData name="Brown, Jeremiah" userId="S::jeremiah.brown5@snhu.edu::3aa20c9a-6fbb-4593-9b1e-586934410a09" providerId="AD" clId="Web-{32FFA61D-C530-A2ED-A9B5-4F7A2555CA8B}" dt="2024-10-21T00:38:31.733" v="845"/>
          <ac:spMkLst>
            <pc:docMk/>
            <pc:sldMk cId="1228275958" sldId="262"/>
            <ac:spMk id="2" creationId="{2AD1192F-4DAF-9110-26C1-6279DF21D410}"/>
          </ac:spMkLst>
        </pc:spChg>
        <pc:spChg chg="mod">
          <ac:chgData name="Brown, Jeremiah" userId="S::jeremiah.brown5@snhu.edu::3aa20c9a-6fbb-4593-9b1e-586934410a09" providerId="AD" clId="Web-{32FFA61D-C530-A2ED-A9B5-4F7A2555CA8B}" dt="2024-10-21T00:38:34.999" v="847" actId="14100"/>
          <ac:spMkLst>
            <pc:docMk/>
            <pc:sldMk cId="1228275958" sldId="262"/>
            <ac:spMk id="4" creationId="{396BEBC5-B8F6-E67B-EA4E-BEF994200FEF}"/>
          </ac:spMkLst>
        </pc:spChg>
      </pc:sldChg>
      <pc:sldChg chg="modSp add replId">
        <pc:chgData name="Brown, Jeremiah" userId="S::jeremiah.brown5@snhu.edu::3aa20c9a-6fbb-4593-9b1e-586934410a09" providerId="AD" clId="Web-{32FFA61D-C530-A2ED-A9B5-4F7A2555CA8B}" dt="2024-10-21T00:33:31.314" v="760" actId="14100"/>
        <pc:sldMkLst>
          <pc:docMk/>
          <pc:sldMk cId="821125593" sldId="263"/>
        </pc:sldMkLst>
        <pc:spChg chg="mod">
          <ac:chgData name="Brown, Jeremiah" userId="S::jeremiah.brown5@snhu.edu::3aa20c9a-6fbb-4593-9b1e-586934410a09" providerId="AD" clId="Web-{32FFA61D-C530-A2ED-A9B5-4F7A2555CA8B}" dt="2024-10-21T00:26:34.608" v="635" actId="20577"/>
          <ac:spMkLst>
            <pc:docMk/>
            <pc:sldMk cId="821125593" sldId="263"/>
            <ac:spMk id="2" creationId="{8D065B09-089E-0B15-52C9-DA4202AC975C}"/>
          </ac:spMkLst>
        </pc:spChg>
        <pc:spChg chg="mod">
          <ac:chgData name="Brown, Jeremiah" userId="S::jeremiah.brown5@snhu.edu::3aa20c9a-6fbb-4593-9b1e-586934410a09" providerId="AD" clId="Web-{32FFA61D-C530-A2ED-A9B5-4F7A2555CA8B}" dt="2024-10-21T00:33:31.314" v="760" actId="14100"/>
          <ac:spMkLst>
            <pc:docMk/>
            <pc:sldMk cId="821125593" sldId="263"/>
            <ac:spMk id="3" creationId="{3DFA671C-7654-E19D-9CC2-474370F6698E}"/>
          </ac:spMkLst>
        </pc:spChg>
      </pc:sldChg>
      <pc:sldChg chg="modSp new">
        <pc:chgData name="Brown, Jeremiah" userId="S::jeremiah.brown5@snhu.edu::3aa20c9a-6fbb-4593-9b1e-586934410a09" providerId="AD" clId="Web-{32FFA61D-C530-A2ED-A9B5-4F7A2555CA8B}" dt="2024-10-21T00:41:03.052" v="897" actId="20577"/>
        <pc:sldMkLst>
          <pc:docMk/>
          <pc:sldMk cId="3965923894" sldId="264"/>
        </pc:sldMkLst>
        <pc:spChg chg="mod">
          <ac:chgData name="Brown, Jeremiah" userId="S::jeremiah.brown5@snhu.edu::3aa20c9a-6fbb-4593-9b1e-586934410a09" providerId="AD" clId="Web-{32FFA61D-C530-A2ED-A9B5-4F7A2555CA8B}" dt="2024-10-21T00:34:11.925" v="771" actId="20577"/>
          <ac:spMkLst>
            <pc:docMk/>
            <pc:sldMk cId="3965923894" sldId="264"/>
            <ac:spMk id="2" creationId="{51CE3AA9-C7C3-5FDF-4EA0-A65419FD7BF4}"/>
          </ac:spMkLst>
        </pc:spChg>
        <pc:spChg chg="mod">
          <ac:chgData name="Brown, Jeremiah" userId="S::jeremiah.brown5@snhu.edu::3aa20c9a-6fbb-4593-9b1e-586934410a09" providerId="AD" clId="Web-{32FFA61D-C530-A2ED-A9B5-4F7A2555CA8B}" dt="2024-10-21T00:41:03.052" v="897" actId="20577"/>
          <ac:spMkLst>
            <pc:docMk/>
            <pc:sldMk cId="3965923894" sldId="264"/>
            <ac:spMk id="3" creationId="{8572CF4C-63DE-EB74-8624-6BC5FED77372}"/>
          </ac:spMkLst>
        </pc:spChg>
      </pc:sldChg>
      <pc:sldChg chg="add replId">
        <pc:chgData name="Brown, Jeremiah" userId="S::jeremiah.brown5@snhu.edu::3aa20c9a-6fbb-4593-9b1e-586934410a09" providerId="AD" clId="Web-{32FFA61D-C530-A2ED-A9B5-4F7A2555CA8B}" dt="2024-10-21T00:41:06.287" v="898"/>
        <pc:sldMkLst>
          <pc:docMk/>
          <pc:sldMk cId="814327113" sldId="265"/>
        </pc:sldMkLst>
      </pc:sldChg>
      <pc:sldChg chg="modSp add ord replId">
        <pc:chgData name="Brown, Jeremiah" userId="S::jeremiah.brown5@snhu.edu::3aa20c9a-6fbb-4593-9b1e-586934410a09" providerId="AD" clId="Web-{32FFA61D-C530-A2ED-A9B5-4F7A2555CA8B}" dt="2024-10-21T00:52:15.816" v="1086" actId="14100"/>
        <pc:sldMkLst>
          <pc:docMk/>
          <pc:sldMk cId="542145089" sldId="266"/>
        </pc:sldMkLst>
        <pc:spChg chg="mod">
          <ac:chgData name="Brown, Jeremiah" userId="S::jeremiah.brown5@snhu.edu::3aa20c9a-6fbb-4593-9b1e-586934410a09" providerId="AD" clId="Web-{32FFA61D-C530-A2ED-A9B5-4F7A2555CA8B}" dt="2024-10-21T00:41:54.101" v="907" actId="20577"/>
          <ac:spMkLst>
            <pc:docMk/>
            <pc:sldMk cId="542145089" sldId="266"/>
            <ac:spMk id="2" creationId="{5D5FC305-D123-ADC8-5513-36B08E2DA25A}"/>
          </ac:spMkLst>
        </pc:spChg>
        <pc:spChg chg="mod">
          <ac:chgData name="Brown, Jeremiah" userId="S::jeremiah.brown5@snhu.edu::3aa20c9a-6fbb-4593-9b1e-586934410a09" providerId="AD" clId="Web-{32FFA61D-C530-A2ED-A9B5-4F7A2555CA8B}" dt="2024-10-21T00:51:54.831" v="1083" actId="14100"/>
          <ac:spMkLst>
            <pc:docMk/>
            <pc:sldMk cId="542145089" sldId="266"/>
            <ac:spMk id="3" creationId="{D7FF8501-1A05-5E91-B14E-D10CFD423C62}"/>
          </ac:spMkLst>
        </pc:spChg>
        <pc:spChg chg="mod">
          <ac:chgData name="Brown, Jeremiah" userId="S::jeremiah.brown5@snhu.edu::3aa20c9a-6fbb-4593-9b1e-586934410a09" providerId="AD" clId="Web-{32FFA61D-C530-A2ED-A9B5-4F7A2555CA8B}" dt="2024-10-21T00:52:02.097" v="1084" actId="14100"/>
          <ac:spMkLst>
            <pc:docMk/>
            <pc:sldMk cId="542145089" sldId="266"/>
            <ac:spMk id="4" creationId="{7B9FF097-5F03-9047-D507-5246A367992E}"/>
          </ac:spMkLst>
        </pc:spChg>
        <pc:spChg chg="mod">
          <ac:chgData name="Brown, Jeremiah" userId="S::jeremiah.brown5@snhu.edu::3aa20c9a-6fbb-4593-9b1e-586934410a09" providerId="AD" clId="Web-{32FFA61D-C530-A2ED-A9B5-4F7A2555CA8B}" dt="2024-10-21T00:52:15.816" v="1086" actId="14100"/>
          <ac:spMkLst>
            <pc:docMk/>
            <pc:sldMk cId="542145089" sldId="266"/>
            <ac:spMk id="5" creationId="{DD0F0789-908C-AD60-860B-142EAF00AB37}"/>
          </ac:spMkLst>
        </pc:spChg>
        <pc:spChg chg="mod">
          <ac:chgData name="Brown, Jeremiah" userId="S::jeremiah.brown5@snhu.edu::3aa20c9a-6fbb-4593-9b1e-586934410a09" providerId="AD" clId="Web-{32FFA61D-C530-A2ED-A9B5-4F7A2555CA8B}" dt="2024-10-21T00:51:42.737" v="1082" actId="20577"/>
          <ac:spMkLst>
            <pc:docMk/>
            <pc:sldMk cId="542145089" sldId="266"/>
            <ac:spMk id="6" creationId="{4442464B-6FAD-674E-01A2-A38F572E6928}"/>
          </ac:spMkLst>
        </pc:spChg>
      </pc:sldChg>
      <pc:sldMasterChg chg="add del addSldLayout delSldLayout">
        <pc:chgData name="Brown, Jeremiah" userId="S::jeremiah.brown5@snhu.edu::3aa20c9a-6fbb-4593-9b1e-586934410a09" providerId="AD" clId="Web-{32FFA61D-C530-A2ED-A9B5-4F7A2555CA8B}" dt="2024-10-20T23:44:12.873" v="44"/>
        <pc:sldMasterMkLst>
          <pc:docMk/>
          <pc:sldMasterMk cId="2460954070" sldId="2147483660"/>
        </pc:sldMasterMkLst>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2385387890" sldId="2147483661"/>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949138452" sldId="2147483662"/>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2591524520" sldId="2147483663"/>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1203092039" sldId="2147483664"/>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3733172339" sldId="2147483665"/>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3210312558" sldId="2147483666"/>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3146388984" sldId="2147483667"/>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3171841454" sldId="2147483668"/>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1718958274" sldId="2147483669"/>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2202905451" sldId="2147483670"/>
          </pc:sldLayoutMkLst>
        </pc:sldLayoutChg>
        <pc:sldLayoutChg chg="add del">
          <pc:chgData name="Brown, Jeremiah" userId="S::jeremiah.brown5@snhu.edu::3aa20c9a-6fbb-4593-9b1e-586934410a09" providerId="AD" clId="Web-{32FFA61D-C530-A2ED-A9B5-4F7A2555CA8B}" dt="2024-10-20T23:44:12.873" v="44"/>
          <pc:sldLayoutMkLst>
            <pc:docMk/>
            <pc:sldMasterMk cId="2460954070" sldId="2147483660"/>
            <pc:sldLayoutMk cId="3479445657" sldId="2147483671"/>
          </pc:sldLayoutMkLst>
        </pc:sldLayoutChg>
      </pc:sldMasterChg>
      <pc:sldMasterChg chg="add del replId addSldLayout delSldLayout">
        <pc:chgData name="Brown, Jeremiah" userId="S::jeremiah.brown5@snhu.edu::3aa20c9a-6fbb-4593-9b1e-586934410a09" providerId="AD" clId="Web-{32FFA61D-C530-A2ED-A9B5-4F7A2555CA8B}" dt="2024-10-20T23:43:54.669" v="43"/>
        <pc:sldMasterMkLst>
          <pc:docMk/>
          <pc:sldMasterMk cId="70348070" sldId="2147483672"/>
        </pc:sldMasterMkLst>
        <pc:sldLayoutChg chg="add del">
          <pc:chgData name="Brown, Jeremiah" userId="S::jeremiah.brown5@snhu.edu::3aa20c9a-6fbb-4593-9b1e-586934410a09" providerId="AD" clId="Web-{32FFA61D-C530-A2ED-A9B5-4F7A2555CA8B}" dt="2024-10-20T23:43:54.669" v="43"/>
          <pc:sldLayoutMkLst>
            <pc:docMk/>
            <pc:sldMasterMk cId="70348070" sldId="2147483672"/>
            <pc:sldLayoutMk cId="3404710536" sldId="2147483673"/>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2742280252" sldId="2147483674"/>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230533869" sldId="2147483675"/>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1298926727" sldId="2147483676"/>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897591756" sldId="2147483677"/>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2442123098" sldId="2147483678"/>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3944031679" sldId="2147483679"/>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1374123671" sldId="2147483680"/>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1005315530" sldId="2147483681"/>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1710728095" sldId="2147483682"/>
          </pc:sldLayoutMkLst>
        </pc:sldLayoutChg>
        <pc:sldLayoutChg chg="add del replId">
          <pc:chgData name="Brown, Jeremiah" userId="S::jeremiah.brown5@snhu.edu::3aa20c9a-6fbb-4593-9b1e-586934410a09" providerId="AD" clId="Web-{32FFA61D-C530-A2ED-A9B5-4F7A2555CA8B}" dt="2024-10-20T23:43:54.669" v="43"/>
          <pc:sldLayoutMkLst>
            <pc:docMk/>
            <pc:sldMasterMk cId="70348070" sldId="2147483672"/>
            <pc:sldLayoutMk cId="1545247255" sldId="2147483683"/>
          </pc:sldLayoutMkLst>
        </pc:sldLayoutChg>
      </pc:sldMasterChg>
      <pc:sldMasterChg chg="add mod setBg addSldLayout modSldLayout">
        <pc:chgData name="Brown, Jeremiah" userId="S::jeremiah.brown5@snhu.edu::3aa20c9a-6fbb-4593-9b1e-586934410a09" providerId="AD" clId="Web-{32FFA61D-C530-A2ED-A9B5-4F7A2555CA8B}" dt="2024-10-20T23:49:05.307" v="96"/>
        <pc:sldMasterMkLst>
          <pc:docMk/>
          <pc:sldMasterMk cId="2623450365" sldId="2147483672"/>
        </pc:sldMasterMkLst>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3905663656" sldId="2147483673"/>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3573262527" sldId="2147483674"/>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2113942374" sldId="2147483675"/>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726903852" sldId="2147483676"/>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3764970000" sldId="2147483677"/>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1148012757" sldId="2147483678"/>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4010935076" sldId="2147483679"/>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3035723780" sldId="2147483680"/>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2071979188" sldId="2147483681"/>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4265371604" sldId="2147483682"/>
          </pc:sldLayoutMkLst>
        </pc:sldLayoutChg>
        <pc:sldLayoutChg chg="add mod replId">
          <pc:chgData name="Brown, Jeremiah" userId="S::jeremiah.brown5@snhu.edu::3aa20c9a-6fbb-4593-9b1e-586934410a09" providerId="AD" clId="Web-{32FFA61D-C530-A2ED-A9B5-4F7A2555CA8B}" dt="2024-10-20T23:49:05.307" v="96"/>
          <pc:sldLayoutMkLst>
            <pc:docMk/>
            <pc:sldMasterMk cId="2623450365" sldId="2147483672"/>
            <pc:sldLayoutMk cId="599929199" sldId="2147483683"/>
          </pc:sldLayoutMkLst>
        </pc:sldLayoutChg>
      </pc:sldMasterChg>
      <pc:sldMasterChg chg="add del replId addSldLayout delSldLayout">
        <pc:chgData name="Brown, Jeremiah" userId="S::jeremiah.brown5@snhu.edu::3aa20c9a-6fbb-4593-9b1e-586934410a09" providerId="AD" clId="Web-{32FFA61D-C530-A2ED-A9B5-4F7A2555CA8B}" dt="2024-10-20T23:41:26.850" v="5"/>
        <pc:sldMasterMkLst>
          <pc:docMk/>
          <pc:sldMasterMk cId="3428422695" sldId="2147483672"/>
        </pc:sldMasterMkLst>
        <pc:sldLayoutChg chg="add del">
          <pc:chgData name="Brown, Jeremiah" userId="S::jeremiah.brown5@snhu.edu::3aa20c9a-6fbb-4593-9b1e-586934410a09" providerId="AD" clId="Web-{32FFA61D-C530-A2ED-A9B5-4F7A2555CA8B}" dt="2024-10-20T23:41:26.850" v="5"/>
          <pc:sldLayoutMkLst>
            <pc:docMk/>
            <pc:sldMasterMk cId="3428422695" sldId="2147483672"/>
            <pc:sldLayoutMk cId="1147247861" sldId="2147483673"/>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2329004079" sldId="2147483674"/>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2326187458" sldId="2147483675"/>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438998741" sldId="2147483676"/>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2989098149" sldId="2147483677"/>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3059434922" sldId="2147483678"/>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3928094506" sldId="2147483679"/>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2738956278" sldId="2147483680"/>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1629643379" sldId="2147483681"/>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398176151" sldId="2147483682"/>
          </pc:sldLayoutMkLst>
        </pc:sldLayoutChg>
        <pc:sldLayoutChg chg="add del replId">
          <pc:chgData name="Brown, Jeremiah" userId="S::jeremiah.brown5@snhu.edu::3aa20c9a-6fbb-4593-9b1e-586934410a09" providerId="AD" clId="Web-{32FFA61D-C530-A2ED-A9B5-4F7A2555CA8B}" dt="2024-10-20T23:41:26.850" v="5"/>
          <pc:sldLayoutMkLst>
            <pc:docMk/>
            <pc:sldMasterMk cId="3428422695" sldId="2147483672"/>
            <pc:sldLayoutMk cId="225019180" sldId="2147483683"/>
          </pc:sldLayoutMkLst>
        </pc:sldLayoutChg>
      </pc:sldMasterChg>
      <pc:sldMasterChg chg="add del addSldLayout delSldLayout modSldLayout">
        <pc:chgData name="Brown, Jeremiah" userId="S::jeremiah.brown5@snhu.edu::3aa20c9a-6fbb-4593-9b1e-586934410a09" providerId="AD" clId="Web-{32FFA61D-C530-A2ED-A9B5-4F7A2555CA8B}" dt="2024-10-20T23:43:53.559" v="42"/>
        <pc:sldMasterMkLst>
          <pc:docMk/>
          <pc:sldMasterMk cId="3067394091" sldId="2147483684"/>
        </pc:sldMasterMkLst>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2283472319" sldId="2147483685"/>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3043431655" sldId="2147483686"/>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504463348" sldId="2147483687"/>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561158561" sldId="2147483688"/>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1597133536" sldId="2147483689"/>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2665602412" sldId="2147483690"/>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1044380074" sldId="2147483691"/>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520881785" sldId="2147483692"/>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3160169836" sldId="2147483693"/>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1572699697" sldId="2147483694"/>
          </pc:sldLayoutMkLst>
        </pc:sldLayoutChg>
        <pc:sldLayoutChg chg="add del mod replId">
          <pc:chgData name="Brown, Jeremiah" userId="S::jeremiah.brown5@snhu.edu::3aa20c9a-6fbb-4593-9b1e-586934410a09" providerId="AD" clId="Web-{32FFA61D-C530-A2ED-A9B5-4F7A2555CA8B}" dt="2024-10-20T23:43:53.559" v="42"/>
          <pc:sldLayoutMkLst>
            <pc:docMk/>
            <pc:sldMasterMk cId="3067394091" sldId="2147483684"/>
            <pc:sldLayoutMk cId="2505793280" sldId="2147483695"/>
          </pc:sldLayoutMkLst>
        </pc:sldLayoutChg>
      </pc:sldMasterChg>
      <pc:sldMasterChg chg="add del addSldLayout delSldLayout">
        <pc:chgData name="Brown, Jeremiah" userId="S::jeremiah.brown5@snhu.edu::3aa20c9a-6fbb-4593-9b1e-586934410a09" providerId="AD" clId="Web-{32FFA61D-C530-A2ED-A9B5-4F7A2555CA8B}" dt="2024-10-20T23:41:07.990" v="3"/>
        <pc:sldMasterMkLst>
          <pc:docMk/>
          <pc:sldMasterMk cId="2376624522" sldId="2147483691"/>
        </pc:sldMasterMkLst>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4055687768" sldId="2147483674"/>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1755521156" sldId="2147483675"/>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608431862" sldId="2147483676"/>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3500987368" sldId="2147483677"/>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564144321" sldId="2147483678"/>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731976341" sldId="2147483679"/>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295201802" sldId="2147483680"/>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1163020877" sldId="2147483681"/>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1672618761" sldId="2147483682"/>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2128714845" sldId="2147483683"/>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1667294025" sldId="2147483684"/>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3223175889" sldId="2147483685"/>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1182247826" sldId="2147483686"/>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2492061458" sldId="2147483687"/>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3998242349" sldId="2147483688"/>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32587398" sldId="2147483689"/>
          </pc:sldLayoutMkLst>
        </pc:sldLayoutChg>
        <pc:sldLayoutChg chg="add del">
          <pc:chgData name="Brown, Jeremiah" userId="S::jeremiah.brown5@snhu.edu::3aa20c9a-6fbb-4593-9b1e-586934410a09" providerId="AD" clId="Web-{32FFA61D-C530-A2ED-A9B5-4F7A2555CA8B}" dt="2024-10-20T23:41:07.990" v="3"/>
          <pc:sldLayoutMkLst>
            <pc:docMk/>
            <pc:sldMasterMk cId="2376624522" sldId="2147483691"/>
            <pc:sldLayoutMk cId="3758658646" sldId="2147483690"/>
          </pc:sldLayoutMkLst>
        </pc:sldLayoutChg>
      </pc:sldMasterChg>
      <pc:sldMasterChg chg="add del addSldLayout delSldLayout">
        <pc:chgData name="Brown, Jeremiah" userId="S::jeremiah.brown5@snhu.edu::3aa20c9a-6fbb-4593-9b1e-586934410a09" providerId="AD" clId="Web-{32FFA61D-C530-A2ED-A9B5-4F7A2555CA8B}" dt="2024-10-20T23:41:04.224" v="1"/>
        <pc:sldMasterMkLst>
          <pc:docMk/>
          <pc:sldMasterMk cId="88584542" sldId="2147483704"/>
        </pc:sldMasterMkLst>
        <pc:sldLayoutChg chg="add del">
          <pc:chgData name="Brown, Jeremiah" userId="S::jeremiah.brown5@snhu.edu::3aa20c9a-6fbb-4593-9b1e-586934410a09" providerId="AD" clId="Web-{32FFA61D-C530-A2ED-A9B5-4F7A2555CA8B}" dt="2024-10-20T23:41:04.224" v="1"/>
          <pc:sldLayoutMkLst>
            <pc:docMk/>
            <pc:sldMasterMk cId="88584542" sldId="2147483704"/>
            <pc:sldLayoutMk cId="3593436913" sldId="2147483693"/>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3406743851" sldId="2147483694"/>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2745472540" sldId="2147483695"/>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1894034968" sldId="2147483696"/>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216401693" sldId="2147483697"/>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3663424943" sldId="2147483698"/>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3785011183" sldId="2147483699"/>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3663721254" sldId="2147483700"/>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843796558" sldId="2147483701"/>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199757506" sldId="2147483702"/>
          </pc:sldLayoutMkLst>
        </pc:sldLayoutChg>
        <pc:sldLayoutChg chg="add del">
          <pc:chgData name="Brown, Jeremiah" userId="S::jeremiah.brown5@snhu.edu::3aa20c9a-6fbb-4593-9b1e-586934410a09" providerId="AD" clId="Web-{32FFA61D-C530-A2ED-A9B5-4F7A2555CA8B}" dt="2024-10-20T23:41:04.224" v="1"/>
          <pc:sldLayoutMkLst>
            <pc:docMk/>
            <pc:sldMasterMk cId="88584542" sldId="2147483704"/>
            <pc:sldLayoutMk cId="3120764853" sldId="2147483703"/>
          </pc:sldLayoutMkLst>
        </pc:sldLayoutChg>
      </pc:sldMasterChg>
      <pc:sldMasterChg chg="add del addSldLayout delSldLayout">
        <pc:chgData name="Brown, Jeremiah" userId="S::jeremiah.brown5@snhu.edu::3aa20c9a-6fbb-4593-9b1e-586934410a09" providerId="AD" clId="Web-{32FFA61D-C530-A2ED-A9B5-4F7A2555CA8B}" dt="2024-10-20T23:43:29.777" v="37"/>
        <pc:sldMasterMkLst>
          <pc:docMk/>
          <pc:sldMasterMk cId="1373543063" sldId="2147483737"/>
        </pc:sldMasterMkLst>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2228216267" sldId="2147483726"/>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2171100982" sldId="2147483727"/>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2951682440" sldId="2147483728"/>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490412413" sldId="2147483729"/>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1275829505" sldId="2147483730"/>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2153753430" sldId="2147483731"/>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2896602769" sldId="2147483732"/>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110747258" sldId="2147483733"/>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1373887119" sldId="2147483734"/>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480278448" sldId="2147483735"/>
          </pc:sldLayoutMkLst>
        </pc:sldLayoutChg>
        <pc:sldLayoutChg chg="add del">
          <pc:chgData name="Brown, Jeremiah" userId="S::jeremiah.brown5@snhu.edu::3aa20c9a-6fbb-4593-9b1e-586934410a09" providerId="AD" clId="Web-{32FFA61D-C530-A2ED-A9B5-4F7A2555CA8B}" dt="2024-10-20T23:43:29.777" v="37"/>
          <pc:sldLayoutMkLst>
            <pc:docMk/>
            <pc:sldMasterMk cId="1373543063" sldId="2147483737"/>
            <pc:sldLayoutMk cId="3791298110" sldId="2147483736"/>
          </pc:sldLayoutMkLst>
        </pc:sldLayoutChg>
      </pc:sldMasterChg>
      <pc:sldMasterChg chg="add del addSldLayout delSldLayout">
        <pc:chgData name="Brown, Jeremiah" userId="S::jeremiah.brown5@snhu.edu::3aa20c9a-6fbb-4593-9b1e-586934410a09" providerId="AD" clId="Web-{32FFA61D-C530-A2ED-A9B5-4F7A2555CA8B}" dt="2024-10-20T23:41:59.554" v="7"/>
        <pc:sldMasterMkLst>
          <pc:docMk/>
          <pc:sldMasterMk cId="1040889230" sldId="2147483750"/>
        </pc:sldMasterMkLst>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3883184300" sldId="2147483739"/>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2410417925" sldId="2147483740"/>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2567183778" sldId="2147483741"/>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276439059" sldId="2147483742"/>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1057289331" sldId="2147483743"/>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765394663" sldId="2147483744"/>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3599009688" sldId="2147483745"/>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2492394132" sldId="2147483746"/>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801777073" sldId="2147483747"/>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1221164196" sldId="2147483748"/>
          </pc:sldLayoutMkLst>
        </pc:sldLayoutChg>
        <pc:sldLayoutChg chg="add del">
          <pc:chgData name="Brown, Jeremiah" userId="S::jeremiah.brown5@snhu.edu::3aa20c9a-6fbb-4593-9b1e-586934410a09" providerId="AD" clId="Web-{32FFA61D-C530-A2ED-A9B5-4F7A2555CA8B}" dt="2024-10-20T23:41:59.554" v="7"/>
          <pc:sldLayoutMkLst>
            <pc:docMk/>
            <pc:sldMasterMk cId="1040889230" sldId="2147483750"/>
            <pc:sldLayoutMk cId="1392689927" sldId="2147483749"/>
          </pc:sldLayoutMkLst>
        </pc:sldLayoutChg>
      </pc:sldMasterChg>
      <pc:sldMasterChg chg="add del addSldLayout delSldLayout">
        <pc:chgData name="Brown, Jeremiah" userId="S::jeremiah.brown5@snhu.edu::3aa20c9a-6fbb-4593-9b1e-586934410a09" providerId="AD" clId="Web-{32FFA61D-C530-A2ED-A9B5-4F7A2555CA8B}" dt="2024-10-20T23:43:17.839" v="35"/>
        <pc:sldMasterMkLst>
          <pc:docMk/>
          <pc:sldMasterMk cId="3637441198" sldId="2147483750"/>
        </pc:sldMasterMkLst>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499868272" sldId="2147483739"/>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83988622" sldId="2147483740"/>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859331055" sldId="2147483741"/>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2999216722" sldId="2147483742"/>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114178870" sldId="2147483743"/>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413116374" sldId="2147483744"/>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157551766" sldId="2147483745"/>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701676029" sldId="2147483746"/>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2750456169" sldId="2147483747"/>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1433020354" sldId="2147483748"/>
          </pc:sldLayoutMkLst>
        </pc:sldLayoutChg>
        <pc:sldLayoutChg chg="add del">
          <pc:chgData name="Brown, Jeremiah" userId="S::jeremiah.brown5@snhu.edu::3aa20c9a-6fbb-4593-9b1e-586934410a09" providerId="AD" clId="Web-{32FFA61D-C530-A2ED-A9B5-4F7A2555CA8B}" dt="2024-10-20T23:43:17.839" v="35"/>
          <pc:sldLayoutMkLst>
            <pc:docMk/>
            <pc:sldMasterMk cId="3637441198" sldId="2147483750"/>
            <pc:sldLayoutMk cId="4242980813" sldId="2147483749"/>
          </pc:sldLayoutMkLst>
        </pc:sldLayoutChg>
      </pc:sldMasterChg>
      <pc:sldMasterChg chg="add del addSldLayout delSldLayout">
        <pc:chgData name="Brown, Jeremiah" userId="S::jeremiah.brown5@snhu.edu::3aa20c9a-6fbb-4593-9b1e-586934410a09" providerId="AD" clId="Web-{32FFA61D-C530-A2ED-A9B5-4F7A2555CA8B}" dt="2024-10-20T23:42:05.320" v="9"/>
        <pc:sldMasterMkLst>
          <pc:docMk/>
          <pc:sldMasterMk cId="2304315342" sldId="2147483763"/>
        </pc:sldMasterMkLst>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234015410" sldId="2147483752"/>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4273358443" sldId="2147483753"/>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3926802047" sldId="2147483754"/>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187229447" sldId="2147483755"/>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69606031" sldId="2147483756"/>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3903474334" sldId="2147483757"/>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737054235" sldId="2147483758"/>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018610842" sldId="2147483759"/>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2734911650" sldId="2147483760"/>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1341724168" sldId="2147483761"/>
          </pc:sldLayoutMkLst>
        </pc:sldLayoutChg>
        <pc:sldLayoutChg chg="add del">
          <pc:chgData name="Brown, Jeremiah" userId="S::jeremiah.brown5@snhu.edu::3aa20c9a-6fbb-4593-9b1e-586934410a09" providerId="AD" clId="Web-{32FFA61D-C530-A2ED-A9B5-4F7A2555CA8B}" dt="2024-10-20T23:42:05.320" v="9"/>
          <pc:sldLayoutMkLst>
            <pc:docMk/>
            <pc:sldMasterMk cId="2304315342" sldId="2147483763"/>
            <pc:sldLayoutMk cId="550292286" sldId="2147483762"/>
          </pc:sldLayoutMkLst>
        </pc:sldLayoutChg>
      </pc:sldMasterChg>
      <pc:sldMasterChg chg="add del addSldLayout delSldLayout">
        <pc:chgData name="Brown, Jeremiah" userId="S::jeremiah.brown5@snhu.edu::3aa20c9a-6fbb-4593-9b1e-586934410a09" providerId="AD" clId="Web-{32FFA61D-C530-A2ED-A9B5-4F7A2555CA8B}" dt="2024-10-20T23:43:32.980" v="39"/>
        <pc:sldMasterMkLst>
          <pc:docMk/>
          <pc:sldMasterMk cId="3116912690" sldId="2147483763"/>
        </pc:sldMasterMkLst>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2650985911" sldId="2147483752"/>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2068162431" sldId="2147483753"/>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2682764704" sldId="2147483754"/>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3501093374" sldId="2147483755"/>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295593970" sldId="2147483756"/>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3208282432" sldId="2147483757"/>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1830905197" sldId="2147483758"/>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3645573420" sldId="2147483759"/>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2575997053" sldId="2147483760"/>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1866629188" sldId="2147483761"/>
          </pc:sldLayoutMkLst>
        </pc:sldLayoutChg>
        <pc:sldLayoutChg chg="add del">
          <pc:chgData name="Brown, Jeremiah" userId="S::jeremiah.brown5@snhu.edu::3aa20c9a-6fbb-4593-9b1e-586934410a09" providerId="AD" clId="Web-{32FFA61D-C530-A2ED-A9B5-4F7A2555CA8B}" dt="2024-10-20T23:43:32.980" v="39"/>
          <pc:sldLayoutMkLst>
            <pc:docMk/>
            <pc:sldMasterMk cId="3116912690" sldId="2147483763"/>
            <pc:sldLayoutMk cId="4170033503" sldId="214748376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5663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73262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13942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26903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4970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4801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10/20/2024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093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35723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979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65371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99929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10/20/2024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62345036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techtarget.com/searchsoftwarequality/definition/waterfall-model" TargetMode="External"/><Relationship Id="rId2" Type="http://schemas.openxmlformats.org/officeDocument/2006/relationships/hyperlink" Target="https://www.betsol.com/blog/7-stages-of-sdlc-how-to-keep-development-teams-runn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5486" y="2234471"/>
            <a:ext cx="9144000" cy="2387600"/>
          </a:xfrm>
          <a:solidFill>
            <a:schemeClr val="tx1"/>
          </a:solidFill>
          <a:ln w="28575">
            <a:solidFill>
              <a:schemeClr val="bg1"/>
            </a:solidFill>
            <a:extLst>
              <a:ext uri="{C807C97D-BFC1-408E-A445-0C87EB9F89A2}">
                <ask:lineSketchStyleProps xmlns:ask="http://schemas.microsoft.com/office/drawing/2018/sketchyshapes" sd="3989574929">
                  <a:custGeom>
                    <a:avLst/>
                    <a:gdLst>
                      <a:gd name="connsiteX0" fmla="*/ 0 w 9144000"/>
                      <a:gd name="connsiteY0" fmla="*/ 0 h 2387600"/>
                      <a:gd name="connsiteX1" fmla="*/ 9144000 w 9144000"/>
                      <a:gd name="connsiteY1" fmla="*/ 0 h 2387600"/>
                      <a:gd name="connsiteX2" fmla="*/ 9144000 w 9144000"/>
                      <a:gd name="connsiteY2" fmla="*/ 2387600 h 2387600"/>
                      <a:gd name="connsiteX3" fmla="*/ 0 w 9144000"/>
                      <a:gd name="connsiteY3" fmla="*/ 2387600 h 2387600"/>
                      <a:gd name="connsiteX4" fmla="*/ 0 w 9144000"/>
                      <a:gd name="connsiteY4" fmla="*/ 0 h 238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2387600" fill="none" extrusionOk="0">
                        <a:moveTo>
                          <a:pt x="0" y="0"/>
                        </a:moveTo>
                        <a:cubicBezTo>
                          <a:pt x="1689144" y="-142604"/>
                          <a:pt x="7204935" y="13376"/>
                          <a:pt x="9144000" y="0"/>
                        </a:cubicBezTo>
                        <a:cubicBezTo>
                          <a:pt x="9047182" y="1138532"/>
                          <a:pt x="9092946" y="1876204"/>
                          <a:pt x="9144000" y="2387600"/>
                        </a:cubicBezTo>
                        <a:cubicBezTo>
                          <a:pt x="4804513" y="2508693"/>
                          <a:pt x="4125544" y="2469234"/>
                          <a:pt x="0" y="2387600"/>
                        </a:cubicBezTo>
                        <a:cubicBezTo>
                          <a:pt x="106211" y="1726344"/>
                          <a:pt x="-111853" y="859513"/>
                          <a:pt x="0" y="0"/>
                        </a:cubicBezTo>
                        <a:close/>
                      </a:path>
                      <a:path w="9144000" h="2387600" stroke="0" extrusionOk="0">
                        <a:moveTo>
                          <a:pt x="0" y="0"/>
                        </a:moveTo>
                        <a:cubicBezTo>
                          <a:pt x="3899707" y="79897"/>
                          <a:pt x="8033212" y="-69443"/>
                          <a:pt x="9144000" y="0"/>
                        </a:cubicBezTo>
                        <a:cubicBezTo>
                          <a:pt x="9127444" y="756365"/>
                          <a:pt x="8990681" y="1733201"/>
                          <a:pt x="9144000" y="2387600"/>
                        </a:cubicBezTo>
                        <a:cubicBezTo>
                          <a:pt x="5200979" y="2222686"/>
                          <a:pt x="2529593" y="2422955"/>
                          <a:pt x="0" y="2387600"/>
                        </a:cubicBezTo>
                        <a:cubicBezTo>
                          <a:pt x="-52081" y="1269856"/>
                          <a:pt x="15045" y="712936"/>
                          <a:pt x="0" y="0"/>
                        </a:cubicBezTo>
                        <a:close/>
                      </a:path>
                    </a:pathLst>
                  </a:custGeom>
                  <ask:type>
                    <ask:lineSketchNone/>
                  </ask:type>
                </ask:lineSketchStyleProps>
              </a:ext>
            </a:extLst>
          </a:ln>
        </p:spPr>
        <p:txBody>
          <a:bodyPr vert="horz" lIns="91440" tIns="45720" rIns="91440" bIns="45720" rtlCol="0" anchor="ctr">
            <a:normAutofit/>
          </a:bodyPr>
          <a:lstStyle/>
          <a:p>
            <a:r>
              <a:rPr lang="en-US" dirty="0">
                <a:solidFill>
                  <a:srgbClr val="000000"/>
                </a:solidFill>
              </a:rPr>
              <a:t>Agile Presentation</a:t>
            </a:r>
          </a:p>
        </p:txBody>
      </p:sp>
      <p:sp>
        <p:nvSpPr>
          <p:cNvPr id="3" name="Subtitle 2"/>
          <p:cNvSpPr>
            <a:spLocks noGrp="1"/>
          </p:cNvSpPr>
          <p:nvPr>
            <p:ph type="subTitle" idx="1"/>
          </p:nvPr>
        </p:nvSpPr>
        <p:spPr>
          <a:xfrm>
            <a:off x="1575486" y="4621471"/>
            <a:ext cx="9144000" cy="708411"/>
          </a:xfrm>
        </p:spPr>
        <p:txBody>
          <a:bodyPr vert="horz" lIns="91440" tIns="45720" rIns="91440" bIns="45720" rtlCol="0" anchor="t">
            <a:normAutofit/>
          </a:bodyPr>
          <a:lstStyle/>
          <a:p>
            <a:r>
              <a:rPr lang="en-US" dirty="0"/>
              <a:t>By: Jeremy Brown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C305-D123-ADC8-5513-36B08E2DA25A}"/>
              </a:ext>
            </a:extLst>
          </p:cNvPr>
          <p:cNvSpPr>
            <a:spLocks noGrp="1"/>
          </p:cNvSpPr>
          <p:nvPr>
            <p:ph type="title"/>
          </p:nvPr>
        </p:nvSpPr>
        <p:spPr>
          <a:xfrm>
            <a:off x="839788" y="350748"/>
            <a:ext cx="10515600" cy="1296809"/>
          </a:xfrm>
          <a:solidFill>
            <a:schemeClr val="tx1"/>
          </a:solidFill>
          <a:ln w="28575">
            <a:solidFill>
              <a:schemeClr val="bg1"/>
            </a:solidFill>
          </a:ln>
        </p:spPr>
        <p:txBody>
          <a:bodyPr/>
          <a:lstStyle/>
          <a:p>
            <a:r>
              <a:rPr lang="en-US" dirty="0">
                <a:solidFill>
                  <a:srgbClr val="000000"/>
                </a:solidFill>
              </a:rPr>
              <a:t>Agile Roles</a:t>
            </a:r>
          </a:p>
        </p:txBody>
      </p:sp>
      <p:sp>
        <p:nvSpPr>
          <p:cNvPr id="4" name="Text Placeholder 3">
            <a:extLst>
              <a:ext uri="{FF2B5EF4-FFF2-40B4-BE49-F238E27FC236}">
                <a16:creationId xmlns:a16="http://schemas.microsoft.com/office/drawing/2014/main" id="{7B9FF097-5F03-9047-D507-5246A367992E}"/>
              </a:ext>
            </a:extLst>
          </p:cNvPr>
          <p:cNvSpPr>
            <a:spLocks noGrp="1"/>
          </p:cNvSpPr>
          <p:nvPr>
            <p:ph type="body" idx="1"/>
          </p:nvPr>
        </p:nvSpPr>
        <p:spPr>
          <a:xfrm>
            <a:off x="839788" y="1652409"/>
            <a:ext cx="5272805" cy="852666"/>
          </a:xfrm>
          <a:solidFill>
            <a:schemeClr val="tx1"/>
          </a:solidFill>
          <a:ln w="28575">
            <a:solidFill>
              <a:schemeClr val="bg1"/>
            </a:solidFill>
          </a:ln>
        </p:spPr>
        <p:txBody>
          <a:bodyPr>
            <a:normAutofit/>
          </a:bodyPr>
          <a:lstStyle/>
          <a:p>
            <a:r>
              <a:rPr lang="en-US" sz="3600" dirty="0">
                <a:solidFill>
                  <a:srgbClr val="000000"/>
                </a:solidFill>
              </a:rPr>
              <a:t>Product Owner</a:t>
            </a:r>
          </a:p>
        </p:txBody>
      </p:sp>
      <p:sp>
        <p:nvSpPr>
          <p:cNvPr id="3" name="Content Placeholder 2">
            <a:extLst>
              <a:ext uri="{FF2B5EF4-FFF2-40B4-BE49-F238E27FC236}">
                <a16:creationId xmlns:a16="http://schemas.microsoft.com/office/drawing/2014/main" id="{D7FF8501-1A05-5E91-B14E-D10CFD423C62}"/>
              </a:ext>
            </a:extLst>
          </p:cNvPr>
          <p:cNvSpPr>
            <a:spLocks noGrp="1"/>
          </p:cNvSpPr>
          <p:nvPr>
            <p:ph sz="half" idx="2"/>
          </p:nvPr>
        </p:nvSpPr>
        <p:spPr>
          <a:xfrm>
            <a:off x="839788" y="2505075"/>
            <a:ext cx="5287181" cy="3684588"/>
          </a:xfrm>
          <a:solidFill>
            <a:schemeClr val="tx1"/>
          </a:solidFill>
          <a:ln w="28575">
            <a:solidFill>
              <a:schemeClr val="bg1"/>
            </a:solidFill>
          </a:ln>
        </p:spPr>
        <p:txBody>
          <a:bodyPr vert="horz" lIns="91440" tIns="45720" rIns="91440" bIns="45720" rtlCol="0" anchor="t">
            <a:normAutofit/>
          </a:bodyPr>
          <a:lstStyle/>
          <a:p>
            <a:r>
              <a:rPr lang="en-US" sz="2000" dirty="0">
                <a:solidFill>
                  <a:srgbClr val="000000"/>
                </a:solidFill>
              </a:rPr>
              <a:t>"</a:t>
            </a:r>
            <a:r>
              <a:rPr lang="en-US" sz="2000" dirty="0">
                <a:solidFill>
                  <a:srgbClr val="000000"/>
                </a:solidFill>
                <a:ea typeface="+mn-lt"/>
                <a:cs typeface="+mn-lt"/>
              </a:rPr>
              <a:t>They understand the business needs of the product, like customer expectations and market trends" (Staff, 2023).</a:t>
            </a:r>
          </a:p>
          <a:p>
            <a:r>
              <a:rPr lang="en-US" sz="2000" dirty="0">
                <a:solidFill>
                  <a:srgbClr val="000000"/>
                </a:solidFill>
              </a:rPr>
              <a:t>Communicates with stakeholders</a:t>
            </a:r>
          </a:p>
          <a:p>
            <a:r>
              <a:rPr lang="en-US" sz="2000" dirty="0">
                <a:solidFill>
                  <a:srgbClr val="000000"/>
                </a:solidFill>
              </a:rPr>
              <a:t>Sets product vision</a:t>
            </a:r>
          </a:p>
          <a:p>
            <a:r>
              <a:rPr lang="en-US" sz="2000" dirty="0">
                <a:solidFill>
                  <a:srgbClr val="000000"/>
                </a:solidFill>
              </a:rPr>
              <a:t>Manage the product backlog</a:t>
            </a:r>
          </a:p>
          <a:p>
            <a:endParaRPr lang="en-US" sz="1800" dirty="0">
              <a:solidFill>
                <a:srgbClr val="000000"/>
              </a:solidFill>
            </a:endParaRPr>
          </a:p>
        </p:txBody>
      </p:sp>
      <p:sp>
        <p:nvSpPr>
          <p:cNvPr id="5" name="Text Placeholder 4">
            <a:extLst>
              <a:ext uri="{FF2B5EF4-FFF2-40B4-BE49-F238E27FC236}">
                <a16:creationId xmlns:a16="http://schemas.microsoft.com/office/drawing/2014/main" id="{DD0F0789-908C-AD60-860B-142EAF00AB37}"/>
              </a:ext>
            </a:extLst>
          </p:cNvPr>
          <p:cNvSpPr>
            <a:spLocks noGrp="1"/>
          </p:cNvSpPr>
          <p:nvPr>
            <p:ph type="body" sz="quarter" idx="3"/>
          </p:nvPr>
        </p:nvSpPr>
        <p:spPr>
          <a:xfrm>
            <a:off x="6097786" y="1652409"/>
            <a:ext cx="5243225" cy="852666"/>
          </a:xfrm>
          <a:solidFill>
            <a:schemeClr val="tx1"/>
          </a:solidFill>
          <a:ln w="28575">
            <a:solidFill>
              <a:schemeClr val="bg1"/>
            </a:solidFill>
          </a:ln>
        </p:spPr>
        <p:txBody>
          <a:bodyPr>
            <a:normAutofit/>
          </a:bodyPr>
          <a:lstStyle/>
          <a:p>
            <a:r>
              <a:rPr lang="en-US" sz="3600" dirty="0">
                <a:solidFill>
                  <a:srgbClr val="000000"/>
                </a:solidFill>
              </a:rPr>
              <a:t>Scrum Master</a:t>
            </a:r>
          </a:p>
        </p:txBody>
      </p:sp>
      <p:sp>
        <p:nvSpPr>
          <p:cNvPr id="6" name="Content Placeholder 5">
            <a:extLst>
              <a:ext uri="{FF2B5EF4-FFF2-40B4-BE49-F238E27FC236}">
                <a16:creationId xmlns:a16="http://schemas.microsoft.com/office/drawing/2014/main" id="{4442464B-6FAD-674E-01A2-A38F572E6928}"/>
              </a:ext>
            </a:extLst>
          </p:cNvPr>
          <p:cNvSpPr>
            <a:spLocks noGrp="1"/>
          </p:cNvSpPr>
          <p:nvPr>
            <p:ph sz="quarter" idx="4"/>
          </p:nvPr>
        </p:nvSpPr>
        <p:spPr>
          <a:xfrm>
            <a:off x="6097787" y="2505075"/>
            <a:ext cx="5243224" cy="3684588"/>
          </a:xfrm>
          <a:solidFill>
            <a:schemeClr val="tx1"/>
          </a:solidFill>
          <a:ln w="28575">
            <a:solidFill>
              <a:schemeClr val="bg1"/>
            </a:solidFill>
          </a:ln>
        </p:spPr>
        <p:txBody>
          <a:bodyPr vert="horz" lIns="91440" tIns="45720" rIns="91440" bIns="45720" rtlCol="0" anchor="t">
            <a:normAutofit/>
          </a:bodyPr>
          <a:lstStyle/>
          <a:p>
            <a:r>
              <a:rPr lang="en-US" sz="2000" dirty="0">
                <a:solidFill>
                  <a:srgbClr val="000000"/>
                </a:solidFill>
              </a:rPr>
              <a:t>"A Scrum Master is responsible for ensuring a Scrum team is operating as effectively as possible with Scrum values. This means they keep the team on track, plan and lead meetings, and work out any obstacles the team might face" (Staff, 2023).</a:t>
            </a:r>
          </a:p>
          <a:p>
            <a:r>
              <a:rPr lang="en-US" sz="2000" dirty="0">
                <a:solidFill>
                  <a:srgbClr val="000000"/>
                </a:solidFill>
              </a:rPr>
              <a:t>Facilitate daily stand ups</a:t>
            </a:r>
          </a:p>
          <a:p>
            <a:r>
              <a:rPr lang="en-US" sz="2000" dirty="0">
                <a:solidFill>
                  <a:srgbClr val="000000"/>
                </a:solidFill>
              </a:rPr>
              <a:t>Lead sprint planning</a:t>
            </a:r>
          </a:p>
          <a:p>
            <a:r>
              <a:rPr lang="en-US" sz="2000" dirty="0">
                <a:solidFill>
                  <a:srgbClr val="000000"/>
                </a:solidFill>
              </a:rPr>
              <a:t>Keep up with team progress</a:t>
            </a:r>
          </a:p>
          <a:p>
            <a:r>
              <a:rPr lang="en-US" sz="2000" dirty="0">
                <a:solidFill>
                  <a:srgbClr val="000000"/>
                </a:solidFill>
              </a:rPr>
              <a:t>Manage obstacles</a:t>
            </a:r>
          </a:p>
        </p:txBody>
      </p:sp>
    </p:spTree>
    <p:extLst>
      <p:ext uri="{BB962C8B-B14F-4D97-AF65-F5344CB8AC3E}">
        <p14:creationId xmlns:p14="http://schemas.microsoft.com/office/powerpoint/2010/main" val="77416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C305-D123-ADC8-5513-36B08E2DA25A}"/>
              </a:ext>
            </a:extLst>
          </p:cNvPr>
          <p:cNvSpPr>
            <a:spLocks noGrp="1"/>
          </p:cNvSpPr>
          <p:nvPr>
            <p:ph type="title"/>
          </p:nvPr>
        </p:nvSpPr>
        <p:spPr>
          <a:xfrm>
            <a:off x="839788" y="350748"/>
            <a:ext cx="10515600" cy="1296809"/>
          </a:xfrm>
          <a:solidFill>
            <a:schemeClr val="tx1"/>
          </a:solidFill>
          <a:ln w="28575">
            <a:solidFill>
              <a:schemeClr val="bg1"/>
            </a:solidFill>
          </a:ln>
        </p:spPr>
        <p:txBody>
          <a:bodyPr/>
          <a:lstStyle/>
          <a:p>
            <a:r>
              <a:rPr lang="en-US" dirty="0">
                <a:solidFill>
                  <a:srgbClr val="000000"/>
                </a:solidFill>
              </a:rPr>
              <a:t>Agile Roles cont.</a:t>
            </a:r>
          </a:p>
        </p:txBody>
      </p:sp>
      <p:sp>
        <p:nvSpPr>
          <p:cNvPr id="4" name="Text Placeholder 3">
            <a:extLst>
              <a:ext uri="{FF2B5EF4-FFF2-40B4-BE49-F238E27FC236}">
                <a16:creationId xmlns:a16="http://schemas.microsoft.com/office/drawing/2014/main" id="{7B9FF097-5F03-9047-D507-5246A367992E}"/>
              </a:ext>
            </a:extLst>
          </p:cNvPr>
          <p:cNvSpPr>
            <a:spLocks noGrp="1"/>
          </p:cNvSpPr>
          <p:nvPr>
            <p:ph type="body" idx="1"/>
          </p:nvPr>
        </p:nvSpPr>
        <p:spPr>
          <a:xfrm>
            <a:off x="839788" y="1638032"/>
            <a:ext cx="5287182" cy="867043"/>
          </a:xfrm>
          <a:solidFill>
            <a:schemeClr val="tx1"/>
          </a:solidFill>
          <a:ln w="28575">
            <a:solidFill>
              <a:schemeClr val="bg1"/>
            </a:solidFill>
          </a:ln>
        </p:spPr>
        <p:txBody>
          <a:bodyPr>
            <a:normAutofit/>
          </a:bodyPr>
          <a:lstStyle/>
          <a:p>
            <a:r>
              <a:rPr lang="en-US" sz="3600" dirty="0">
                <a:solidFill>
                  <a:srgbClr val="000000"/>
                </a:solidFill>
              </a:rPr>
              <a:t>Developer</a:t>
            </a:r>
          </a:p>
        </p:txBody>
      </p:sp>
      <p:sp>
        <p:nvSpPr>
          <p:cNvPr id="3" name="Content Placeholder 2">
            <a:extLst>
              <a:ext uri="{FF2B5EF4-FFF2-40B4-BE49-F238E27FC236}">
                <a16:creationId xmlns:a16="http://schemas.microsoft.com/office/drawing/2014/main" id="{D7FF8501-1A05-5E91-B14E-D10CFD423C62}"/>
              </a:ext>
            </a:extLst>
          </p:cNvPr>
          <p:cNvSpPr>
            <a:spLocks noGrp="1"/>
          </p:cNvSpPr>
          <p:nvPr>
            <p:ph sz="half" idx="2"/>
          </p:nvPr>
        </p:nvSpPr>
        <p:spPr>
          <a:xfrm>
            <a:off x="839788" y="2505075"/>
            <a:ext cx="5287182" cy="3684588"/>
          </a:xfrm>
          <a:solidFill>
            <a:schemeClr val="tx1"/>
          </a:solidFill>
          <a:ln w="28575">
            <a:solidFill>
              <a:schemeClr val="bg1"/>
            </a:solidFill>
          </a:ln>
        </p:spPr>
        <p:txBody>
          <a:bodyPr vert="horz" lIns="91440" tIns="45720" rIns="91440" bIns="45720" rtlCol="0" anchor="t">
            <a:normAutofit/>
          </a:bodyPr>
          <a:lstStyle/>
          <a:p>
            <a:r>
              <a:rPr lang="en-US" sz="2000" dirty="0">
                <a:solidFill>
                  <a:srgbClr val="000000"/>
                </a:solidFill>
              </a:rPr>
              <a:t>"</a:t>
            </a:r>
            <a:r>
              <a:rPr lang="en-US" sz="2000" dirty="0">
                <a:solidFill>
                  <a:srgbClr val="000000"/>
                </a:solidFill>
                <a:ea typeface="+mn-lt"/>
                <a:cs typeface="+mn-lt"/>
              </a:rPr>
              <a:t>A development team is composed of professionals who do the hands-on work of completing the tasks in a Scrum sprint" (Staff, 2023).</a:t>
            </a:r>
          </a:p>
          <a:p>
            <a:r>
              <a:rPr lang="en-US" sz="2000" dirty="0">
                <a:solidFill>
                  <a:srgbClr val="000000"/>
                </a:solidFill>
              </a:rPr>
              <a:t>Help with sprint planning</a:t>
            </a:r>
          </a:p>
          <a:p>
            <a:r>
              <a:rPr lang="en-US" sz="2000" dirty="0">
                <a:solidFill>
                  <a:srgbClr val="000000"/>
                </a:solidFill>
              </a:rPr>
              <a:t>Develops the actual product</a:t>
            </a:r>
          </a:p>
          <a:p>
            <a:r>
              <a:rPr lang="en-US" sz="2000" dirty="0">
                <a:solidFill>
                  <a:srgbClr val="000000"/>
                </a:solidFill>
              </a:rPr>
              <a:t>Use expertise to aid in design</a:t>
            </a:r>
          </a:p>
        </p:txBody>
      </p:sp>
      <p:sp>
        <p:nvSpPr>
          <p:cNvPr id="5" name="Text Placeholder 4">
            <a:extLst>
              <a:ext uri="{FF2B5EF4-FFF2-40B4-BE49-F238E27FC236}">
                <a16:creationId xmlns:a16="http://schemas.microsoft.com/office/drawing/2014/main" id="{DD0F0789-908C-AD60-860B-142EAF00AB37}"/>
              </a:ext>
            </a:extLst>
          </p:cNvPr>
          <p:cNvSpPr>
            <a:spLocks noGrp="1"/>
          </p:cNvSpPr>
          <p:nvPr>
            <p:ph type="body" sz="quarter" idx="3"/>
          </p:nvPr>
        </p:nvSpPr>
        <p:spPr>
          <a:xfrm>
            <a:off x="6097786" y="1638032"/>
            <a:ext cx="5257602" cy="867043"/>
          </a:xfrm>
          <a:solidFill>
            <a:schemeClr val="tx1"/>
          </a:solidFill>
          <a:ln w="28575">
            <a:solidFill>
              <a:schemeClr val="bg1"/>
            </a:solidFill>
          </a:ln>
        </p:spPr>
        <p:txBody>
          <a:bodyPr>
            <a:normAutofit/>
          </a:bodyPr>
          <a:lstStyle/>
          <a:p>
            <a:r>
              <a:rPr lang="en-US" sz="3600" dirty="0">
                <a:solidFill>
                  <a:srgbClr val="000000"/>
                </a:solidFill>
              </a:rPr>
              <a:t>Tester</a:t>
            </a:r>
          </a:p>
        </p:txBody>
      </p:sp>
      <p:sp>
        <p:nvSpPr>
          <p:cNvPr id="6" name="Content Placeholder 5">
            <a:extLst>
              <a:ext uri="{FF2B5EF4-FFF2-40B4-BE49-F238E27FC236}">
                <a16:creationId xmlns:a16="http://schemas.microsoft.com/office/drawing/2014/main" id="{4442464B-6FAD-674E-01A2-A38F572E6928}"/>
              </a:ext>
            </a:extLst>
          </p:cNvPr>
          <p:cNvSpPr>
            <a:spLocks noGrp="1"/>
          </p:cNvSpPr>
          <p:nvPr>
            <p:ph sz="quarter" idx="4"/>
          </p:nvPr>
        </p:nvSpPr>
        <p:spPr>
          <a:xfrm>
            <a:off x="6097787" y="2505075"/>
            <a:ext cx="5257601" cy="3684588"/>
          </a:xfrm>
          <a:solidFill>
            <a:schemeClr val="tx1"/>
          </a:solidFill>
          <a:ln w="28575">
            <a:solidFill>
              <a:schemeClr val="bg1"/>
            </a:solidFill>
          </a:ln>
        </p:spPr>
        <p:txBody>
          <a:bodyPr vert="horz" lIns="91440" tIns="45720" rIns="91440" bIns="45720" rtlCol="0" anchor="t">
            <a:normAutofit/>
          </a:bodyPr>
          <a:lstStyle/>
          <a:p>
            <a:r>
              <a:rPr lang="en-US" sz="2000" dirty="0">
                <a:solidFill>
                  <a:srgbClr val="000000"/>
                </a:solidFill>
              </a:rPr>
              <a:t>"..</a:t>
            </a:r>
            <a:r>
              <a:rPr lang="en-US" sz="2000" dirty="0">
                <a:solidFill>
                  <a:srgbClr val="000000"/>
                </a:solidFill>
                <a:ea typeface="+mn-lt"/>
                <a:cs typeface="+mn-lt"/>
              </a:rPr>
              <a:t>testing is performed continuously and the main benefit of this approach is that it provides quick feedback and it keeps bugs from piling up in the backlog, because it also means that issues are solved quickly in order to consider the related story done" (Stoica, 2021)</a:t>
            </a:r>
            <a:endParaRPr lang="en-US" dirty="0">
              <a:solidFill>
                <a:srgbClr val="FFFFFF"/>
              </a:solidFill>
              <a:ea typeface="+mn-lt"/>
              <a:cs typeface="+mn-lt"/>
            </a:endParaRPr>
          </a:p>
          <a:p>
            <a:r>
              <a:rPr lang="en-US" sz="2000" dirty="0">
                <a:solidFill>
                  <a:srgbClr val="000000"/>
                </a:solidFill>
              </a:rPr>
              <a:t>Test the application throughout development</a:t>
            </a:r>
          </a:p>
          <a:p>
            <a:r>
              <a:rPr lang="en-US" sz="2000" dirty="0">
                <a:solidFill>
                  <a:srgbClr val="000000"/>
                </a:solidFill>
              </a:rPr>
              <a:t>Identifies bugs and reports them to developers</a:t>
            </a:r>
          </a:p>
        </p:txBody>
      </p:sp>
    </p:spTree>
    <p:extLst>
      <p:ext uri="{BB962C8B-B14F-4D97-AF65-F5344CB8AC3E}">
        <p14:creationId xmlns:p14="http://schemas.microsoft.com/office/powerpoint/2010/main" val="841709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5B09-089E-0B15-52C9-DA4202AC975C}"/>
              </a:ext>
            </a:extLst>
          </p:cNvPr>
          <p:cNvSpPr>
            <a:spLocks noGrp="1"/>
          </p:cNvSpPr>
          <p:nvPr>
            <p:ph type="title"/>
          </p:nvPr>
        </p:nvSpPr>
        <p:spPr>
          <a:solidFill>
            <a:schemeClr val="tx1"/>
          </a:solidFill>
          <a:ln w="28575">
            <a:solidFill>
              <a:schemeClr val="bg1"/>
            </a:solidFill>
          </a:ln>
        </p:spPr>
        <p:txBody>
          <a:bodyPr/>
          <a:lstStyle/>
          <a:p>
            <a:r>
              <a:rPr lang="en-US" dirty="0">
                <a:solidFill>
                  <a:srgbClr val="000000"/>
                </a:solidFill>
              </a:rPr>
              <a:t>Agile Phases</a:t>
            </a:r>
          </a:p>
        </p:txBody>
      </p:sp>
      <p:sp>
        <p:nvSpPr>
          <p:cNvPr id="3" name="Content Placeholder 2">
            <a:extLst>
              <a:ext uri="{FF2B5EF4-FFF2-40B4-BE49-F238E27FC236}">
                <a16:creationId xmlns:a16="http://schemas.microsoft.com/office/drawing/2014/main" id="{3DFA671C-7654-E19D-9CC2-474370F6698E}"/>
              </a:ext>
            </a:extLst>
          </p:cNvPr>
          <p:cNvSpPr>
            <a:spLocks noGrp="1"/>
          </p:cNvSpPr>
          <p:nvPr>
            <p:ph idx="1"/>
          </p:nvPr>
        </p:nvSpPr>
        <p:spPr>
          <a:xfrm>
            <a:off x="838200" y="1667475"/>
            <a:ext cx="10515600" cy="4509488"/>
          </a:xfrm>
          <a:solidFill>
            <a:schemeClr val="tx1"/>
          </a:solidFill>
          <a:ln w="28575">
            <a:solidFill>
              <a:schemeClr val="bg1"/>
            </a:solidFill>
          </a:ln>
        </p:spPr>
        <p:txBody>
          <a:bodyPr vert="horz" lIns="91440" tIns="45720" rIns="91440" bIns="45720" rtlCol="0" anchor="t">
            <a:normAutofit lnSpcReduction="10000"/>
          </a:bodyPr>
          <a:lstStyle/>
          <a:p>
            <a:r>
              <a:rPr lang="en-US" dirty="0">
                <a:solidFill>
                  <a:srgbClr val="000000"/>
                </a:solidFill>
              </a:rPr>
              <a:t>Planning</a:t>
            </a:r>
          </a:p>
          <a:p>
            <a:pPr lvl="1">
              <a:buFont typeface="Courier New" panose="020B0604020202020204" pitchFamily="34" charset="0"/>
              <a:buChar char="o"/>
            </a:pPr>
            <a:r>
              <a:rPr lang="en-US" dirty="0">
                <a:solidFill>
                  <a:srgbClr val="000000"/>
                </a:solidFill>
              </a:rPr>
              <a:t>"...</a:t>
            </a:r>
            <a:r>
              <a:rPr lang="en-US" dirty="0">
                <a:solidFill>
                  <a:srgbClr val="000000"/>
                </a:solidFill>
                <a:ea typeface="+mn-lt"/>
                <a:cs typeface="+mn-lt"/>
              </a:rPr>
              <a:t>defines the project’s vision and goals" (Noori, 2024).</a:t>
            </a:r>
          </a:p>
          <a:p>
            <a:pPr lvl="1">
              <a:buFont typeface="Courier New" panose="020B0604020202020204" pitchFamily="34" charset="0"/>
              <a:buChar char="o"/>
            </a:pPr>
            <a:r>
              <a:rPr lang="en-US" dirty="0">
                <a:solidFill>
                  <a:srgbClr val="000000"/>
                </a:solidFill>
                <a:ea typeface="+mn-lt"/>
                <a:cs typeface="+mn-lt"/>
              </a:rPr>
              <a:t>Outline what the application is and what it does</a:t>
            </a:r>
          </a:p>
          <a:p>
            <a:r>
              <a:rPr lang="en-US" dirty="0">
                <a:solidFill>
                  <a:srgbClr val="000000"/>
                </a:solidFill>
                <a:ea typeface="+mn-lt"/>
                <a:cs typeface="+mn-lt"/>
              </a:rPr>
              <a:t>Requirements Gathering</a:t>
            </a:r>
          </a:p>
          <a:p>
            <a:pPr lvl="1">
              <a:buFont typeface="Courier New" panose="020B0604020202020204" pitchFamily="34" charset="0"/>
              <a:buChar char="o"/>
            </a:pPr>
            <a:r>
              <a:rPr lang="en-US" dirty="0">
                <a:solidFill>
                  <a:srgbClr val="000000"/>
                </a:solidFill>
                <a:ea typeface="+mn-lt"/>
                <a:cs typeface="+mn-lt"/>
              </a:rPr>
              <a:t>"The second step of SDLC is gathering maximum information from the client requirements for the product" (</a:t>
            </a:r>
            <a:r>
              <a:rPr lang="en-US" dirty="0" err="1">
                <a:solidFill>
                  <a:srgbClr val="000000"/>
                </a:solidFill>
                <a:ea typeface="+mn-lt"/>
                <a:cs typeface="+mn-lt"/>
              </a:rPr>
              <a:t>Thampy</a:t>
            </a:r>
            <a:r>
              <a:rPr lang="en-US" dirty="0">
                <a:solidFill>
                  <a:srgbClr val="000000"/>
                </a:solidFill>
                <a:ea typeface="+mn-lt"/>
                <a:cs typeface="+mn-lt"/>
              </a:rPr>
              <a:t>, 2022).</a:t>
            </a:r>
          </a:p>
          <a:p>
            <a:pPr lvl="1">
              <a:buFont typeface="Courier New" panose="020B0604020202020204" pitchFamily="34" charset="0"/>
              <a:buChar char="o"/>
            </a:pPr>
            <a:r>
              <a:rPr lang="en-US" dirty="0">
                <a:solidFill>
                  <a:srgbClr val="000000"/>
                </a:solidFill>
                <a:ea typeface="+mn-lt"/>
                <a:cs typeface="+mn-lt"/>
              </a:rPr>
              <a:t>Requirements for the product to be considered complete is created</a:t>
            </a:r>
          </a:p>
          <a:p>
            <a:r>
              <a:rPr lang="en-US" dirty="0">
                <a:solidFill>
                  <a:srgbClr val="000000"/>
                </a:solidFill>
                <a:ea typeface="+mn-lt"/>
                <a:cs typeface="+mn-lt"/>
              </a:rPr>
              <a:t>Design</a:t>
            </a:r>
          </a:p>
          <a:p>
            <a:pPr lvl="1">
              <a:buFont typeface="Courier New" panose="020B0604020202020204" pitchFamily="34" charset="0"/>
              <a:buChar char="o"/>
            </a:pPr>
            <a:r>
              <a:rPr lang="en-US" dirty="0">
                <a:solidFill>
                  <a:srgbClr val="000000"/>
                </a:solidFill>
                <a:ea typeface="+mn-lt"/>
                <a:cs typeface="+mn-lt"/>
              </a:rPr>
              <a:t>"In the design phase (3rd step of SDLC), the program developer scrutinizes whether the prepared software suffices all the requirements of the end-user. Additionally, if the project is feasible for the customer technologically, practically, and financially" (</a:t>
            </a:r>
            <a:r>
              <a:rPr lang="en-US" dirty="0" err="1">
                <a:solidFill>
                  <a:srgbClr val="000000"/>
                </a:solidFill>
                <a:ea typeface="+mn-lt"/>
                <a:cs typeface="+mn-lt"/>
              </a:rPr>
              <a:t>Thampy</a:t>
            </a:r>
            <a:r>
              <a:rPr lang="en-US" dirty="0">
                <a:solidFill>
                  <a:srgbClr val="000000"/>
                </a:solidFill>
                <a:ea typeface="+mn-lt"/>
                <a:cs typeface="+mn-lt"/>
              </a:rPr>
              <a:t>, 2022).</a:t>
            </a:r>
          </a:p>
        </p:txBody>
      </p:sp>
    </p:spTree>
    <p:extLst>
      <p:ext uri="{BB962C8B-B14F-4D97-AF65-F5344CB8AC3E}">
        <p14:creationId xmlns:p14="http://schemas.microsoft.com/office/powerpoint/2010/main" val="2263659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5B09-089E-0B15-52C9-DA4202AC975C}"/>
              </a:ext>
            </a:extLst>
          </p:cNvPr>
          <p:cNvSpPr>
            <a:spLocks noGrp="1"/>
          </p:cNvSpPr>
          <p:nvPr>
            <p:ph type="title"/>
          </p:nvPr>
        </p:nvSpPr>
        <p:spPr>
          <a:solidFill>
            <a:schemeClr val="tx1"/>
          </a:solidFill>
          <a:ln w="28575">
            <a:solidFill>
              <a:schemeClr val="bg1"/>
            </a:solidFill>
          </a:ln>
        </p:spPr>
        <p:txBody>
          <a:bodyPr/>
          <a:lstStyle/>
          <a:p>
            <a:r>
              <a:rPr lang="en-US" dirty="0">
                <a:solidFill>
                  <a:srgbClr val="000000"/>
                </a:solidFill>
              </a:rPr>
              <a:t>Agile Phases cont.</a:t>
            </a:r>
          </a:p>
        </p:txBody>
      </p:sp>
      <p:sp>
        <p:nvSpPr>
          <p:cNvPr id="3" name="Content Placeholder 2">
            <a:extLst>
              <a:ext uri="{FF2B5EF4-FFF2-40B4-BE49-F238E27FC236}">
                <a16:creationId xmlns:a16="http://schemas.microsoft.com/office/drawing/2014/main" id="{3DFA671C-7654-E19D-9CC2-474370F6698E}"/>
              </a:ext>
            </a:extLst>
          </p:cNvPr>
          <p:cNvSpPr>
            <a:spLocks noGrp="1"/>
          </p:cNvSpPr>
          <p:nvPr>
            <p:ph idx="1"/>
          </p:nvPr>
        </p:nvSpPr>
        <p:spPr>
          <a:xfrm>
            <a:off x="838200" y="1667475"/>
            <a:ext cx="10515600" cy="4509488"/>
          </a:xfrm>
          <a:solidFill>
            <a:schemeClr val="tx1"/>
          </a:solidFill>
          <a:ln w="28575">
            <a:solidFill>
              <a:schemeClr val="bg1"/>
            </a:solidFill>
          </a:ln>
        </p:spPr>
        <p:txBody>
          <a:bodyPr vert="horz" lIns="91440" tIns="45720" rIns="91440" bIns="45720" rtlCol="0" anchor="t">
            <a:normAutofit fontScale="92500" lnSpcReduction="20000"/>
          </a:bodyPr>
          <a:lstStyle/>
          <a:p>
            <a:r>
              <a:rPr lang="en-US" dirty="0">
                <a:solidFill>
                  <a:srgbClr val="000000"/>
                </a:solidFill>
                <a:ea typeface="+mn-lt"/>
                <a:cs typeface="+mn-lt"/>
              </a:rPr>
              <a:t>Implementation</a:t>
            </a:r>
          </a:p>
          <a:p>
            <a:pPr lvl="1">
              <a:buFont typeface="Courier New" panose="020B0604020202020204" pitchFamily="34" charset="0"/>
              <a:buChar char="o"/>
            </a:pPr>
            <a:r>
              <a:rPr lang="en-US" dirty="0">
                <a:solidFill>
                  <a:srgbClr val="000000"/>
                </a:solidFill>
                <a:ea typeface="+mn-lt"/>
                <a:cs typeface="+mn-lt"/>
              </a:rPr>
              <a:t>"Teams hit the ground running in this stage, working together in sprints to create a product that meets the requirements set out in the planning stage" (Noori, 2024).</a:t>
            </a:r>
          </a:p>
          <a:p>
            <a:pPr lvl="1">
              <a:buFont typeface="Courier New" panose="020B0604020202020204" pitchFamily="34" charset="0"/>
              <a:buChar char="o"/>
            </a:pPr>
            <a:r>
              <a:rPr lang="en-US" dirty="0">
                <a:solidFill>
                  <a:srgbClr val="000000"/>
                </a:solidFill>
                <a:ea typeface="+mn-lt"/>
                <a:cs typeface="+mn-lt"/>
              </a:rPr>
              <a:t>Teams work in iterative sprints .</a:t>
            </a:r>
          </a:p>
          <a:p>
            <a:r>
              <a:rPr lang="en-US" dirty="0">
                <a:solidFill>
                  <a:srgbClr val="000000"/>
                </a:solidFill>
                <a:ea typeface="+mn-lt"/>
                <a:cs typeface="+mn-lt"/>
              </a:rPr>
              <a:t>Testing</a:t>
            </a:r>
          </a:p>
          <a:p>
            <a:pPr lvl="1">
              <a:buFont typeface="Courier New" panose="020B0604020202020204" pitchFamily="34" charset="0"/>
              <a:buChar char="o"/>
            </a:pPr>
            <a:r>
              <a:rPr lang="en-US" dirty="0">
                <a:solidFill>
                  <a:srgbClr val="000000"/>
                </a:solidFill>
                <a:ea typeface="+mn-lt"/>
                <a:cs typeface="+mn-lt"/>
              </a:rPr>
              <a:t>"...the testing team tests the functionality of the entire system. In this fifth phase of SDLC, the testing is done to ensure that the entire application works according to the customer requirements" (</a:t>
            </a:r>
            <a:r>
              <a:rPr lang="en-US" dirty="0" err="1">
                <a:solidFill>
                  <a:srgbClr val="000000"/>
                </a:solidFill>
                <a:ea typeface="+mn-lt"/>
                <a:cs typeface="+mn-lt"/>
              </a:rPr>
              <a:t>Thampy</a:t>
            </a:r>
            <a:r>
              <a:rPr lang="en-US" dirty="0">
                <a:solidFill>
                  <a:srgbClr val="000000"/>
                </a:solidFill>
                <a:ea typeface="+mn-lt"/>
                <a:cs typeface="+mn-lt"/>
              </a:rPr>
              <a:t>, 2022).</a:t>
            </a:r>
          </a:p>
          <a:p>
            <a:r>
              <a:rPr lang="en-US" dirty="0">
                <a:solidFill>
                  <a:srgbClr val="000000"/>
                </a:solidFill>
                <a:ea typeface="+mn-lt"/>
                <a:cs typeface="+mn-lt"/>
              </a:rPr>
              <a:t>Deployment</a:t>
            </a:r>
          </a:p>
          <a:p>
            <a:pPr lvl="1">
              <a:buFont typeface="Courier New" panose="020B0604020202020204" pitchFamily="34" charset="0"/>
              <a:buChar char="o"/>
            </a:pPr>
            <a:r>
              <a:rPr lang="en-US" dirty="0">
                <a:solidFill>
                  <a:srgbClr val="000000"/>
                </a:solidFill>
                <a:ea typeface="+mn-lt"/>
                <a:cs typeface="+mn-lt"/>
              </a:rPr>
              <a:t>Application is released for customers to use.</a:t>
            </a:r>
          </a:p>
          <a:p>
            <a:r>
              <a:rPr lang="en-US" dirty="0">
                <a:solidFill>
                  <a:srgbClr val="000000"/>
                </a:solidFill>
                <a:ea typeface="+mn-lt"/>
                <a:cs typeface="+mn-lt"/>
              </a:rPr>
              <a:t>Maintenance</a:t>
            </a:r>
          </a:p>
          <a:p>
            <a:pPr lvl="1">
              <a:buFont typeface="Courier New" panose="020B0604020202020204" pitchFamily="34" charset="0"/>
              <a:buChar char="o"/>
            </a:pPr>
            <a:r>
              <a:rPr lang="en-US" dirty="0">
                <a:solidFill>
                  <a:srgbClr val="000000"/>
                </a:solidFill>
                <a:ea typeface="+mn-lt"/>
                <a:cs typeface="+mn-lt"/>
              </a:rPr>
              <a:t>"...this stage centers around offering ongoing support and maintenance of the product, including bug fixes and updates to ensure it remains functional, secure, and relevant to customers’ needs" (Noori, 2024).</a:t>
            </a:r>
          </a:p>
        </p:txBody>
      </p:sp>
    </p:spTree>
    <p:extLst>
      <p:ext uri="{BB962C8B-B14F-4D97-AF65-F5344CB8AC3E}">
        <p14:creationId xmlns:p14="http://schemas.microsoft.com/office/powerpoint/2010/main" val="821125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3AA9-C7C3-5FDF-4EA0-A65419FD7BF4}"/>
              </a:ext>
            </a:extLst>
          </p:cNvPr>
          <p:cNvSpPr>
            <a:spLocks noGrp="1"/>
          </p:cNvSpPr>
          <p:nvPr>
            <p:ph type="title"/>
          </p:nvPr>
        </p:nvSpPr>
        <p:spPr>
          <a:solidFill>
            <a:schemeClr val="tx1"/>
          </a:solidFill>
          <a:ln w="28575">
            <a:solidFill>
              <a:schemeClr val="bg1"/>
            </a:solidFill>
          </a:ln>
        </p:spPr>
        <p:txBody>
          <a:bodyPr/>
          <a:lstStyle/>
          <a:p>
            <a:r>
              <a:rPr lang="en-US" dirty="0">
                <a:solidFill>
                  <a:srgbClr val="000000"/>
                </a:solidFill>
              </a:rPr>
              <a:t>Waterfall Model</a:t>
            </a:r>
          </a:p>
        </p:txBody>
      </p:sp>
      <p:sp>
        <p:nvSpPr>
          <p:cNvPr id="3" name="Content Placeholder 2">
            <a:extLst>
              <a:ext uri="{FF2B5EF4-FFF2-40B4-BE49-F238E27FC236}">
                <a16:creationId xmlns:a16="http://schemas.microsoft.com/office/drawing/2014/main" id="{8572CF4C-63DE-EB74-8624-6BC5FED77372}"/>
              </a:ext>
            </a:extLst>
          </p:cNvPr>
          <p:cNvSpPr>
            <a:spLocks noGrp="1"/>
          </p:cNvSpPr>
          <p:nvPr>
            <p:ph idx="1"/>
          </p:nvPr>
        </p:nvSpPr>
        <p:spPr>
          <a:xfrm>
            <a:off x="838200" y="1681852"/>
            <a:ext cx="10515600" cy="4495111"/>
          </a:xfrm>
          <a:solidFill>
            <a:schemeClr val="tx1"/>
          </a:solidFill>
          <a:ln w="28575">
            <a:solidFill>
              <a:schemeClr val="bg1"/>
            </a:solidFill>
          </a:ln>
        </p:spPr>
        <p:txBody>
          <a:bodyPr vert="horz" lIns="91440" tIns="45720" rIns="91440" bIns="45720" rtlCol="0" anchor="t">
            <a:normAutofit/>
          </a:bodyPr>
          <a:lstStyle/>
          <a:p>
            <a:r>
              <a:rPr lang="en-US" dirty="0">
                <a:solidFill>
                  <a:srgbClr val="000000"/>
                </a:solidFill>
              </a:rPr>
              <a:t>"</a:t>
            </a:r>
            <a:r>
              <a:rPr lang="en-US" dirty="0">
                <a:solidFill>
                  <a:srgbClr val="000000"/>
                </a:solidFill>
                <a:ea typeface="+mn-lt"/>
                <a:cs typeface="+mn-lt"/>
              </a:rPr>
              <a:t>The waterfall model uses a logical progression of SDLC steps for a project, similar to the direction water flows over the edge of a cliff. It sets distinct endpoints or goals for each phase of development. Those endpoints or goals can't be revisited after their completion" (</a:t>
            </a:r>
            <a:r>
              <a:rPr lang="en-US" dirty="0" err="1">
                <a:solidFill>
                  <a:srgbClr val="000000"/>
                </a:solidFill>
                <a:ea typeface="+mn-lt"/>
                <a:cs typeface="+mn-lt"/>
              </a:rPr>
              <a:t>Lutkevich</a:t>
            </a:r>
            <a:r>
              <a:rPr lang="en-US" dirty="0">
                <a:solidFill>
                  <a:srgbClr val="000000"/>
                </a:solidFill>
                <a:ea typeface="+mn-lt"/>
                <a:cs typeface="+mn-lt"/>
              </a:rPr>
              <a:t> &amp; Lewis, 2022).</a:t>
            </a:r>
          </a:p>
          <a:p>
            <a:r>
              <a:rPr lang="en-US" dirty="0">
                <a:solidFill>
                  <a:srgbClr val="000000"/>
                </a:solidFill>
                <a:ea typeface="+mn-lt"/>
                <a:cs typeface="+mn-lt"/>
              </a:rPr>
              <a:t>Would not have worked well for this project</a:t>
            </a:r>
          </a:p>
          <a:p>
            <a:pPr lvl="1">
              <a:buFont typeface="Courier New" panose="020B0604020202020204" pitchFamily="34" charset="0"/>
              <a:buChar char="o"/>
            </a:pPr>
            <a:r>
              <a:rPr lang="en-US" dirty="0">
                <a:solidFill>
                  <a:srgbClr val="000000"/>
                </a:solidFill>
                <a:ea typeface="+mn-lt"/>
                <a:cs typeface="+mn-lt"/>
              </a:rPr>
              <a:t>Stakeholder involvement is limited</a:t>
            </a:r>
          </a:p>
          <a:p>
            <a:pPr lvl="1">
              <a:buFont typeface="Courier New" panose="020B0604020202020204" pitchFamily="34" charset="0"/>
              <a:buChar char="o"/>
            </a:pPr>
            <a:r>
              <a:rPr lang="en-US" dirty="0">
                <a:solidFill>
                  <a:srgbClr val="000000"/>
                </a:solidFill>
                <a:ea typeface="+mn-lt"/>
                <a:cs typeface="+mn-lt"/>
              </a:rPr>
              <a:t>Not designed for changes in requirements</a:t>
            </a:r>
          </a:p>
          <a:p>
            <a:pPr lvl="1">
              <a:buFont typeface="Courier New" panose="020B0604020202020204" pitchFamily="34" charset="0"/>
              <a:buChar char="o"/>
            </a:pPr>
            <a:r>
              <a:rPr lang="en-US" dirty="0" err="1">
                <a:solidFill>
                  <a:srgbClr val="000000"/>
                </a:solidFill>
                <a:ea typeface="+mn-lt"/>
                <a:cs typeface="+mn-lt"/>
              </a:rPr>
              <a:t>Changescan</a:t>
            </a:r>
            <a:r>
              <a:rPr lang="en-US" dirty="0">
                <a:solidFill>
                  <a:srgbClr val="000000"/>
                </a:solidFill>
                <a:ea typeface="+mn-lt"/>
                <a:cs typeface="+mn-lt"/>
              </a:rPr>
              <a:t> be expensive and risk delaying the project</a:t>
            </a:r>
          </a:p>
          <a:p>
            <a:pPr lvl="1">
              <a:buFont typeface="Courier New" panose="020B0604020202020204" pitchFamily="34" charset="0"/>
              <a:buChar char="o"/>
            </a:pPr>
            <a:r>
              <a:rPr lang="en-US" dirty="0">
                <a:solidFill>
                  <a:srgbClr val="000000"/>
                </a:solidFill>
                <a:ea typeface="+mn-lt"/>
                <a:cs typeface="+mn-lt"/>
              </a:rPr>
              <a:t>Waterfall assumes the project is predictable</a:t>
            </a:r>
          </a:p>
          <a:p>
            <a:pPr lvl="1">
              <a:buFont typeface="Courier New" panose="020B0604020202020204" pitchFamily="34" charset="0"/>
              <a:buChar char="o"/>
            </a:pPr>
            <a:r>
              <a:rPr lang="en-US" dirty="0">
                <a:solidFill>
                  <a:srgbClr val="000000"/>
                </a:solidFill>
                <a:ea typeface="+mn-lt"/>
                <a:cs typeface="+mn-lt"/>
              </a:rPr>
              <a:t>Testing is delayed until the end of the SDLC</a:t>
            </a:r>
          </a:p>
        </p:txBody>
      </p:sp>
    </p:spTree>
    <p:extLst>
      <p:ext uri="{BB962C8B-B14F-4D97-AF65-F5344CB8AC3E}">
        <p14:creationId xmlns:p14="http://schemas.microsoft.com/office/powerpoint/2010/main" val="3965923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C305-D123-ADC8-5513-36B08E2DA25A}"/>
              </a:ext>
            </a:extLst>
          </p:cNvPr>
          <p:cNvSpPr>
            <a:spLocks noGrp="1"/>
          </p:cNvSpPr>
          <p:nvPr>
            <p:ph type="title"/>
          </p:nvPr>
        </p:nvSpPr>
        <p:spPr>
          <a:xfrm>
            <a:off x="839788" y="350748"/>
            <a:ext cx="10515600" cy="1296809"/>
          </a:xfrm>
          <a:solidFill>
            <a:schemeClr val="tx1"/>
          </a:solidFill>
          <a:ln w="28575">
            <a:solidFill>
              <a:schemeClr val="bg1"/>
            </a:solidFill>
          </a:ln>
        </p:spPr>
        <p:txBody>
          <a:bodyPr/>
          <a:lstStyle/>
          <a:p>
            <a:r>
              <a:rPr lang="en-US" dirty="0">
                <a:solidFill>
                  <a:srgbClr val="000000"/>
                </a:solidFill>
              </a:rPr>
              <a:t>Waterfall or Agile</a:t>
            </a:r>
          </a:p>
        </p:txBody>
      </p:sp>
      <p:sp>
        <p:nvSpPr>
          <p:cNvPr id="4" name="Text Placeholder 3">
            <a:extLst>
              <a:ext uri="{FF2B5EF4-FFF2-40B4-BE49-F238E27FC236}">
                <a16:creationId xmlns:a16="http://schemas.microsoft.com/office/drawing/2014/main" id="{7B9FF097-5F03-9047-D507-5246A367992E}"/>
              </a:ext>
            </a:extLst>
          </p:cNvPr>
          <p:cNvSpPr>
            <a:spLocks noGrp="1"/>
          </p:cNvSpPr>
          <p:nvPr>
            <p:ph type="body" idx="1"/>
          </p:nvPr>
        </p:nvSpPr>
        <p:spPr>
          <a:xfrm>
            <a:off x="839788" y="1652409"/>
            <a:ext cx="5287183" cy="852666"/>
          </a:xfrm>
          <a:solidFill>
            <a:schemeClr val="tx1"/>
          </a:solidFill>
          <a:ln w="28575">
            <a:solidFill>
              <a:schemeClr val="bg1"/>
            </a:solidFill>
          </a:ln>
        </p:spPr>
        <p:txBody>
          <a:bodyPr>
            <a:normAutofit/>
          </a:bodyPr>
          <a:lstStyle/>
          <a:p>
            <a:r>
              <a:rPr lang="en-US" sz="3600" dirty="0">
                <a:solidFill>
                  <a:srgbClr val="000000"/>
                </a:solidFill>
              </a:rPr>
              <a:t>Waterfall</a:t>
            </a:r>
          </a:p>
        </p:txBody>
      </p:sp>
      <p:sp>
        <p:nvSpPr>
          <p:cNvPr id="3" name="Content Placeholder 2">
            <a:extLst>
              <a:ext uri="{FF2B5EF4-FFF2-40B4-BE49-F238E27FC236}">
                <a16:creationId xmlns:a16="http://schemas.microsoft.com/office/drawing/2014/main" id="{D7FF8501-1A05-5E91-B14E-D10CFD423C62}"/>
              </a:ext>
            </a:extLst>
          </p:cNvPr>
          <p:cNvSpPr>
            <a:spLocks noGrp="1"/>
          </p:cNvSpPr>
          <p:nvPr>
            <p:ph sz="half" idx="2"/>
          </p:nvPr>
        </p:nvSpPr>
        <p:spPr>
          <a:xfrm>
            <a:off x="839788" y="2505075"/>
            <a:ext cx="5272804" cy="3684588"/>
          </a:xfrm>
          <a:solidFill>
            <a:schemeClr val="tx1"/>
          </a:solidFill>
          <a:ln w="28575">
            <a:solidFill>
              <a:schemeClr val="bg1"/>
            </a:solidFill>
          </a:ln>
        </p:spPr>
        <p:txBody>
          <a:bodyPr vert="horz" lIns="91440" tIns="45720" rIns="91440" bIns="45720" rtlCol="0" anchor="t">
            <a:normAutofit lnSpcReduction="10000"/>
          </a:bodyPr>
          <a:lstStyle/>
          <a:p>
            <a:r>
              <a:rPr lang="en-US" sz="2000" dirty="0">
                <a:solidFill>
                  <a:srgbClr val="000000"/>
                </a:solidFill>
              </a:rPr>
              <a:t>Best for projects that are predictable and is clearly defined</a:t>
            </a:r>
          </a:p>
          <a:p>
            <a:r>
              <a:rPr lang="en-US" sz="2000" dirty="0">
                <a:solidFill>
                  <a:srgbClr val="000000"/>
                </a:solidFill>
              </a:rPr>
              <a:t>Clearly defines dependencies of work</a:t>
            </a:r>
          </a:p>
          <a:p>
            <a:r>
              <a:rPr lang="en-US" sz="2000" dirty="0">
                <a:solidFill>
                  <a:srgbClr val="000000"/>
                </a:solidFill>
              </a:rPr>
              <a:t>Methodical design</a:t>
            </a:r>
          </a:p>
          <a:p>
            <a:r>
              <a:rPr lang="en-US" sz="2000" dirty="0">
                <a:solidFill>
                  <a:srgbClr val="000000"/>
                </a:solidFill>
              </a:rPr>
              <a:t>Clear structure</a:t>
            </a:r>
          </a:p>
          <a:p>
            <a:r>
              <a:rPr lang="en-US" sz="2000" dirty="0">
                <a:solidFill>
                  <a:srgbClr val="000000"/>
                </a:solidFill>
              </a:rPr>
              <a:t>Excludes clients</a:t>
            </a:r>
          </a:p>
        </p:txBody>
      </p:sp>
      <p:sp>
        <p:nvSpPr>
          <p:cNvPr id="5" name="Text Placeholder 4">
            <a:extLst>
              <a:ext uri="{FF2B5EF4-FFF2-40B4-BE49-F238E27FC236}">
                <a16:creationId xmlns:a16="http://schemas.microsoft.com/office/drawing/2014/main" id="{DD0F0789-908C-AD60-860B-142EAF00AB37}"/>
              </a:ext>
            </a:extLst>
          </p:cNvPr>
          <p:cNvSpPr>
            <a:spLocks noGrp="1"/>
          </p:cNvSpPr>
          <p:nvPr>
            <p:ph type="body" sz="quarter" idx="3"/>
          </p:nvPr>
        </p:nvSpPr>
        <p:spPr>
          <a:xfrm>
            <a:off x="6112163" y="1666786"/>
            <a:ext cx="5243225" cy="838289"/>
          </a:xfrm>
          <a:solidFill>
            <a:schemeClr val="tx1"/>
          </a:solidFill>
          <a:ln w="28575">
            <a:solidFill>
              <a:schemeClr val="bg1"/>
            </a:solidFill>
          </a:ln>
        </p:spPr>
        <p:txBody>
          <a:bodyPr>
            <a:normAutofit/>
          </a:bodyPr>
          <a:lstStyle/>
          <a:p>
            <a:r>
              <a:rPr lang="en-US" sz="3600" dirty="0">
                <a:solidFill>
                  <a:srgbClr val="000000"/>
                </a:solidFill>
              </a:rPr>
              <a:t>Agile</a:t>
            </a:r>
            <a:endParaRPr lang="en-US" dirty="0"/>
          </a:p>
        </p:txBody>
      </p:sp>
      <p:sp>
        <p:nvSpPr>
          <p:cNvPr id="6" name="Content Placeholder 5">
            <a:extLst>
              <a:ext uri="{FF2B5EF4-FFF2-40B4-BE49-F238E27FC236}">
                <a16:creationId xmlns:a16="http://schemas.microsoft.com/office/drawing/2014/main" id="{4442464B-6FAD-674E-01A2-A38F572E6928}"/>
              </a:ext>
            </a:extLst>
          </p:cNvPr>
          <p:cNvSpPr>
            <a:spLocks noGrp="1"/>
          </p:cNvSpPr>
          <p:nvPr>
            <p:ph sz="quarter" idx="4"/>
          </p:nvPr>
        </p:nvSpPr>
        <p:spPr>
          <a:xfrm>
            <a:off x="6097787" y="2505075"/>
            <a:ext cx="5257601" cy="3684588"/>
          </a:xfrm>
          <a:solidFill>
            <a:schemeClr val="tx1"/>
          </a:solidFill>
          <a:ln w="28575">
            <a:solidFill>
              <a:schemeClr val="bg1"/>
            </a:solidFill>
          </a:ln>
        </p:spPr>
        <p:txBody>
          <a:bodyPr vert="horz" lIns="91440" tIns="45720" rIns="91440" bIns="45720" rtlCol="0" anchor="t">
            <a:normAutofit lnSpcReduction="10000"/>
          </a:bodyPr>
          <a:lstStyle/>
          <a:p>
            <a:r>
              <a:rPr lang="en-US" sz="2000" dirty="0">
                <a:solidFill>
                  <a:srgbClr val="000000"/>
                </a:solidFill>
              </a:rPr>
              <a:t>Best for projects where requirements can change</a:t>
            </a:r>
          </a:p>
          <a:p>
            <a:r>
              <a:rPr lang="en-US" sz="2000" dirty="0">
                <a:solidFill>
                  <a:srgbClr val="000000"/>
                </a:solidFill>
              </a:rPr>
              <a:t>Feedback cycles</a:t>
            </a:r>
            <a:endParaRPr lang="en-US" dirty="0"/>
          </a:p>
          <a:p>
            <a:r>
              <a:rPr lang="en-US" sz="2000" dirty="0">
                <a:solidFill>
                  <a:srgbClr val="000000"/>
                </a:solidFill>
              </a:rPr>
              <a:t>Projects are broken into smaller tasks and prioritized by importance</a:t>
            </a:r>
          </a:p>
          <a:p>
            <a:r>
              <a:rPr lang="en-US" sz="2000" dirty="0">
                <a:solidFill>
                  <a:srgbClr val="000000"/>
                </a:solidFill>
              </a:rPr>
              <a:t>Scalable</a:t>
            </a:r>
          </a:p>
          <a:p>
            <a:r>
              <a:rPr lang="en-US" sz="2000" dirty="0">
                <a:solidFill>
                  <a:srgbClr val="000000"/>
                </a:solidFill>
              </a:rPr>
              <a:t>Problems are identified early</a:t>
            </a:r>
          </a:p>
          <a:p>
            <a:r>
              <a:rPr lang="en-US" sz="2000" dirty="0">
                <a:solidFill>
                  <a:srgbClr val="000000"/>
                </a:solidFill>
              </a:rPr>
              <a:t>Flexible and iterative design</a:t>
            </a:r>
          </a:p>
          <a:p>
            <a:r>
              <a:rPr lang="en-US" sz="2000" dirty="0">
                <a:solidFill>
                  <a:srgbClr val="000000"/>
                </a:solidFill>
              </a:rPr>
              <a:t>Longer product life span</a:t>
            </a:r>
          </a:p>
          <a:p>
            <a:r>
              <a:rPr lang="en-US" sz="2000" dirty="0">
                <a:solidFill>
                  <a:srgbClr val="000000"/>
                </a:solidFill>
              </a:rPr>
              <a:t>Includes clients</a:t>
            </a:r>
          </a:p>
        </p:txBody>
      </p:sp>
    </p:spTree>
    <p:extLst>
      <p:ext uri="{BB962C8B-B14F-4D97-AF65-F5344CB8AC3E}">
        <p14:creationId xmlns:p14="http://schemas.microsoft.com/office/powerpoint/2010/main" val="542145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3AA9-C7C3-5FDF-4EA0-A65419FD7BF4}"/>
              </a:ext>
            </a:extLst>
          </p:cNvPr>
          <p:cNvSpPr>
            <a:spLocks noGrp="1"/>
          </p:cNvSpPr>
          <p:nvPr>
            <p:ph type="title"/>
          </p:nvPr>
        </p:nvSpPr>
        <p:spPr>
          <a:solidFill>
            <a:schemeClr val="tx1"/>
          </a:solidFill>
          <a:ln w="28575">
            <a:solidFill>
              <a:schemeClr val="bg1"/>
            </a:solidFill>
          </a:ln>
        </p:spPr>
        <p:txBody>
          <a:bodyPr/>
          <a:lstStyle/>
          <a:p>
            <a:r>
              <a:rPr lang="en-US" dirty="0">
                <a:solidFill>
                  <a:srgbClr val="000000"/>
                </a:solidFill>
              </a:rPr>
              <a:t>Waterfall Model</a:t>
            </a:r>
          </a:p>
        </p:txBody>
      </p:sp>
      <p:sp>
        <p:nvSpPr>
          <p:cNvPr id="3" name="Content Placeholder 2">
            <a:extLst>
              <a:ext uri="{FF2B5EF4-FFF2-40B4-BE49-F238E27FC236}">
                <a16:creationId xmlns:a16="http://schemas.microsoft.com/office/drawing/2014/main" id="{8572CF4C-63DE-EB74-8624-6BC5FED77372}"/>
              </a:ext>
            </a:extLst>
          </p:cNvPr>
          <p:cNvSpPr>
            <a:spLocks noGrp="1"/>
          </p:cNvSpPr>
          <p:nvPr>
            <p:ph idx="1"/>
          </p:nvPr>
        </p:nvSpPr>
        <p:spPr>
          <a:xfrm>
            <a:off x="838200" y="1681852"/>
            <a:ext cx="10515600" cy="4495111"/>
          </a:xfrm>
          <a:solidFill>
            <a:schemeClr val="tx1"/>
          </a:solidFill>
          <a:ln w="28575">
            <a:solidFill>
              <a:schemeClr val="bg1"/>
            </a:solidFill>
          </a:ln>
        </p:spPr>
        <p:txBody>
          <a:bodyPr vert="horz" lIns="91440" tIns="45720" rIns="91440" bIns="45720" rtlCol="0" anchor="t">
            <a:normAutofit/>
          </a:bodyPr>
          <a:lstStyle/>
          <a:p>
            <a:r>
              <a:rPr lang="en-US" dirty="0">
                <a:solidFill>
                  <a:srgbClr val="000000"/>
                </a:solidFill>
              </a:rPr>
              <a:t>"</a:t>
            </a:r>
            <a:r>
              <a:rPr lang="en-US" dirty="0">
                <a:solidFill>
                  <a:srgbClr val="000000"/>
                </a:solidFill>
                <a:ea typeface="+mn-lt"/>
                <a:cs typeface="+mn-lt"/>
              </a:rPr>
              <a:t>The waterfall model uses a logical progression of SDLC steps for a project, similar to the direction water flows over the edge of a cliff. It sets distinct endpoints or goals for each phase of development. Those endpoints or goals can't be revisited after their completion" (</a:t>
            </a:r>
            <a:r>
              <a:rPr lang="en-US" dirty="0" err="1">
                <a:solidFill>
                  <a:srgbClr val="000000"/>
                </a:solidFill>
                <a:ea typeface="+mn-lt"/>
                <a:cs typeface="+mn-lt"/>
              </a:rPr>
              <a:t>Lutkevich</a:t>
            </a:r>
            <a:r>
              <a:rPr lang="en-US" dirty="0">
                <a:solidFill>
                  <a:srgbClr val="000000"/>
                </a:solidFill>
                <a:ea typeface="+mn-lt"/>
                <a:cs typeface="+mn-lt"/>
              </a:rPr>
              <a:t> &amp; Lewis, 2022).</a:t>
            </a:r>
          </a:p>
          <a:p>
            <a:r>
              <a:rPr lang="en-US" dirty="0">
                <a:solidFill>
                  <a:srgbClr val="000000"/>
                </a:solidFill>
                <a:ea typeface="+mn-lt"/>
                <a:cs typeface="+mn-lt"/>
              </a:rPr>
              <a:t>Would not have worked well for this project</a:t>
            </a:r>
          </a:p>
          <a:p>
            <a:pPr lvl="1">
              <a:buFont typeface="Courier New" panose="020B0604020202020204" pitchFamily="34" charset="0"/>
              <a:buChar char="o"/>
            </a:pPr>
            <a:r>
              <a:rPr lang="en-US" dirty="0">
                <a:solidFill>
                  <a:srgbClr val="000000"/>
                </a:solidFill>
                <a:ea typeface="+mn-lt"/>
                <a:cs typeface="+mn-lt"/>
              </a:rPr>
              <a:t>Stakeholder involvement is limited</a:t>
            </a:r>
          </a:p>
          <a:p>
            <a:pPr lvl="1">
              <a:buFont typeface="Courier New" panose="020B0604020202020204" pitchFamily="34" charset="0"/>
              <a:buChar char="o"/>
            </a:pPr>
            <a:r>
              <a:rPr lang="en-US" dirty="0">
                <a:solidFill>
                  <a:srgbClr val="000000"/>
                </a:solidFill>
                <a:ea typeface="+mn-lt"/>
                <a:cs typeface="+mn-lt"/>
              </a:rPr>
              <a:t>Not designed for changes in requirements</a:t>
            </a:r>
          </a:p>
          <a:p>
            <a:pPr lvl="1">
              <a:buFont typeface="Courier New" panose="020B0604020202020204" pitchFamily="34" charset="0"/>
              <a:buChar char="o"/>
            </a:pPr>
            <a:r>
              <a:rPr lang="en-US" dirty="0" err="1">
                <a:solidFill>
                  <a:srgbClr val="000000"/>
                </a:solidFill>
                <a:ea typeface="+mn-lt"/>
                <a:cs typeface="+mn-lt"/>
              </a:rPr>
              <a:t>Changescan</a:t>
            </a:r>
            <a:r>
              <a:rPr lang="en-US" dirty="0">
                <a:solidFill>
                  <a:srgbClr val="000000"/>
                </a:solidFill>
                <a:ea typeface="+mn-lt"/>
                <a:cs typeface="+mn-lt"/>
              </a:rPr>
              <a:t> be expensive and risk delaying the project</a:t>
            </a:r>
          </a:p>
          <a:p>
            <a:pPr lvl="1">
              <a:buFont typeface="Courier New" panose="020B0604020202020204" pitchFamily="34" charset="0"/>
              <a:buChar char="o"/>
            </a:pPr>
            <a:r>
              <a:rPr lang="en-US" dirty="0">
                <a:solidFill>
                  <a:srgbClr val="000000"/>
                </a:solidFill>
                <a:ea typeface="+mn-lt"/>
                <a:cs typeface="+mn-lt"/>
              </a:rPr>
              <a:t>Waterfall assumes the project is predictable</a:t>
            </a:r>
          </a:p>
          <a:p>
            <a:pPr lvl="1">
              <a:buFont typeface="Courier New" panose="020B0604020202020204" pitchFamily="34" charset="0"/>
              <a:buChar char="o"/>
            </a:pPr>
            <a:r>
              <a:rPr lang="en-US" dirty="0">
                <a:solidFill>
                  <a:srgbClr val="000000"/>
                </a:solidFill>
                <a:ea typeface="+mn-lt"/>
                <a:cs typeface="+mn-lt"/>
              </a:rPr>
              <a:t>Testing is delayed until the end of the SDLC</a:t>
            </a:r>
          </a:p>
        </p:txBody>
      </p:sp>
    </p:spTree>
    <p:extLst>
      <p:ext uri="{BB962C8B-B14F-4D97-AF65-F5344CB8AC3E}">
        <p14:creationId xmlns:p14="http://schemas.microsoft.com/office/powerpoint/2010/main" val="814327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192F-4DAF-9110-26C1-6279DF21D410}"/>
              </a:ext>
            </a:extLst>
          </p:cNvPr>
          <p:cNvSpPr>
            <a:spLocks noGrp="1"/>
          </p:cNvSpPr>
          <p:nvPr>
            <p:ph type="title"/>
          </p:nvPr>
        </p:nvSpPr>
        <p:spPr>
          <a:solidFill>
            <a:schemeClr val="tx1"/>
          </a:solidFill>
          <a:ln w="28575">
            <a:solidFill>
              <a:schemeClr val="bg1"/>
            </a:solidFill>
          </a:ln>
        </p:spPr>
        <p:txBody>
          <a:bodyPr/>
          <a:lstStyle/>
          <a:p>
            <a:r>
              <a:rPr lang="en-US" dirty="0">
                <a:solidFill>
                  <a:srgbClr val="000000"/>
                </a:solidFill>
              </a:rPr>
              <a:t>References cont.</a:t>
            </a:r>
          </a:p>
        </p:txBody>
      </p:sp>
      <p:sp>
        <p:nvSpPr>
          <p:cNvPr id="4" name="Content Placeholder 3">
            <a:extLst>
              <a:ext uri="{FF2B5EF4-FFF2-40B4-BE49-F238E27FC236}">
                <a16:creationId xmlns:a16="http://schemas.microsoft.com/office/drawing/2014/main" id="{396BEBC5-B8F6-E67B-EA4E-BEF994200FEF}"/>
              </a:ext>
            </a:extLst>
          </p:cNvPr>
          <p:cNvSpPr>
            <a:spLocks noGrp="1"/>
          </p:cNvSpPr>
          <p:nvPr>
            <p:ph idx="1"/>
          </p:nvPr>
        </p:nvSpPr>
        <p:spPr>
          <a:xfrm>
            <a:off x="838200" y="1696229"/>
            <a:ext cx="10515600" cy="4480734"/>
          </a:xfrm>
          <a:solidFill>
            <a:schemeClr val="tx1"/>
          </a:solidFill>
          <a:ln w="28575">
            <a:solidFill>
              <a:schemeClr val="bg1"/>
            </a:solidFill>
          </a:ln>
        </p:spPr>
        <p:txBody>
          <a:bodyPr vert="horz" lIns="91440" tIns="45720" rIns="91440" bIns="45720" rtlCol="0" anchor="t">
            <a:normAutofit/>
          </a:bodyPr>
          <a:lstStyle/>
          <a:p>
            <a:r>
              <a:rPr lang="en-US" dirty="0" err="1">
                <a:solidFill>
                  <a:srgbClr val="000000"/>
                </a:solidFill>
                <a:ea typeface="+mn-lt"/>
                <a:cs typeface="+mn-lt"/>
              </a:rPr>
              <a:t>Thampy</a:t>
            </a:r>
            <a:r>
              <a:rPr lang="en-US" dirty="0">
                <a:solidFill>
                  <a:srgbClr val="000000"/>
                </a:solidFill>
                <a:ea typeface="+mn-lt"/>
                <a:cs typeface="+mn-lt"/>
              </a:rPr>
              <a:t>, R. (2022, September 5). 7 stages of SDLC | 7 phases of SDLC Software Development Life Cycle | </a:t>
            </a:r>
            <a:r>
              <a:rPr lang="en-US" dirty="0" err="1">
                <a:solidFill>
                  <a:srgbClr val="000000"/>
                </a:solidFill>
                <a:ea typeface="+mn-lt"/>
                <a:cs typeface="+mn-lt"/>
              </a:rPr>
              <a:t>Betsol</a:t>
            </a:r>
            <a:r>
              <a:rPr lang="en-US" dirty="0">
                <a:solidFill>
                  <a:srgbClr val="000000"/>
                </a:solidFill>
                <a:ea typeface="+mn-lt"/>
                <a:cs typeface="+mn-lt"/>
              </a:rPr>
              <a:t>. </a:t>
            </a:r>
            <a:r>
              <a:rPr lang="en-US" i="1" dirty="0">
                <a:solidFill>
                  <a:srgbClr val="000000"/>
                </a:solidFill>
                <a:ea typeface="+mn-lt"/>
                <a:cs typeface="+mn-lt"/>
              </a:rPr>
              <a:t>BETSOL</a:t>
            </a:r>
            <a:r>
              <a:rPr lang="en-US" dirty="0">
                <a:solidFill>
                  <a:srgbClr val="000000"/>
                </a:solidFill>
                <a:ea typeface="+mn-lt"/>
                <a:cs typeface="+mn-lt"/>
              </a:rPr>
              <a:t>. </a:t>
            </a:r>
            <a:r>
              <a:rPr lang="en-US" dirty="0">
                <a:solidFill>
                  <a:srgbClr val="000000"/>
                </a:solidFill>
                <a:ea typeface="+mn-lt"/>
                <a:cs typeface="+mn-lt"/>
                <a:hlinkClick r:id="rId2">
                  <a:extLst>
                    <a:ext uri="{A12FA001-AC4F-418D-AE19-62706E023703}">
                      <ahyp:hlinkClr xmlns:ahyp="http://schemas.microsoft.com/office/drawing/2018/hyperlinkcolor" val="tx"/>
                    </a:ext>
                  </a:extLst>
                </a:hlinkClick>
              </a:rPr>
              <a:t>https://www.betsol.com/blog/7-stages-of-sdlc-how-to-keep-development-teams-running/</a:t>
            </a:r>
            <a:endParaRPr lang="en-US" dirty="0">
              <a:solidFill>
                <a:srgbClr val="000000"/>
              </a:solidFill>
              <a:ea typeface="+mn-lt"/>
              <a:cs typeface="+mn-lt"/>
            </a:endParaRPr>
          </a:p>
          <a:p>
            <a:r>
              <a:rPr lang="en-US" dirty="0" err="1">
                <a:solidFill>
                  <a:srgbClr val="000000"/>
                </a:solidFill>
                <a:ea typeface="+mn-lt"/>
                <a:cs typeface="+mn-lt"/>
              </a:rPr>
              <a:t>Lutkevich</a:t>
            </a:r>
            <a:r>
              <a:rPr lang="en-US" dirty="0">
                <a:solidFill>
                  <a:srgbClr val="000000"/>
                </a:solidFill>
                <a:ea typeface="+mn-lt"/>
                <a:cs typeface="+mn-lt"/>
              </a:rPr>
              <a:t>, B., &amp; Lewis, S. (2022, November 14). </a:t>
            </a:r>
            <a:r>
              <a:rPr lang="en-US" i="1" dirty="0">
                <a:solidFill>
                  <a:srgbClr val="000000"/>
                </a:solidFill>
                <a:ea typeface="+mn-lt"/>
                <a:cs typeface="+mn-lt"/>
              </a:rPr>
              <a:t>waterfall model</a:t>
            </a:r>
            <a:r>
              <a:rPr lang="en-US" dirty="0">
                <a:solidFill>
                  <a:srgbClr val="000000"/>
                </a:solidFill>
                <a:ea typeface="+mn-lt"/>
                <a:cs typeface="+mn-lt"/>
              </a:rPr>
              <a:t>. Software Quality. </a:t>
            </a:r>
            <a:r>
              <a:rPr lang="en-US" dirty="0">
                <a:solidFill>
                  <a:srgbClr val="000000"/>
                </a:solidFill>
                <a:ea typeface="+mn-lt"/>
                <a:cs typeface="+mn-lt"/>
                <a:hlinkClick r:id="rId3">
                  <a:extLst>
                    <a:ext uri="{A12FA001-AC4F-418D-AE19-62706E023703}">
                      <ahyp:hlinkClr xmlns:ahyp="http://schemas.microsoft.com/office/drawing/2018/hyperlinkcolor" val="tx"/>
                    </a:ext>
                  </a:extLst>
                </a:hlinkClick>
              </a:rPr>
              <a:t>https://www.techtarget.com/searchsoftwarequality/definition/waterfall-model</a:t>
            </a:r>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p:txBody>
      </p:sp>
    </p:spTree>
    <p:extLst>
      <p:ext uri="{BB962C8B-B14F-4D97-AF65-F5344CB8AC3E}">
        <p14:creationId xmlns:p14="http://schemas.microsoft.com/office/powerpoint/2010/main" val="12282759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Agile Presentation</vt:lpstr>
      <vt:lpstr>Agile Roles</vt:lpstr>
      <vt:lpstr>Agile Roles cont.</vt:lpstr>
      <vt:lpstr>Agile Phases</vt:lpstr>
      <vt:lpstr>Agile Phases cont.</vt:lpstr>
      <vt:lpstr>Waterfall Model</vt:lpstr>
      <vt:lpstr>Waterfall or Agile</vt:lpstr>
      <vt:lpstr>Waterfall Model</vt:lpstr>
      <vt:lpstr>References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364</cp:revision>
  <dcterms:created xsi:type="dcterms:W3CDTF">2024-10-20T23:40:38Z</dcterms:created>
  <dcterms:modified xsi:type="dcterms:W3CDTF">2024-10-21T00:53:46Z</dcterms:modified>
</cp:coreProperties>
</file>